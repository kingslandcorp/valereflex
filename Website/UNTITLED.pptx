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EFF"/>
    <a:srgbClr val="53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EF2A7-90DD-4C54-9240-AB8C727D6E48}" v="4" dt="2023-03-18T14:57:30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Peter (CPU)" userId="f2525a01-9ad2-4ba1-9afd-4970978e845d" providerId="ADAL" clId="{604EF2A7-90DD-4C54-9240-AB8C727D6E48}"/>
    <pc:docChg chg="undo redo custSel modSld">
      <pc:chgData name="Davis, Peter (CPU)" userId="f2525a01-9ad2-4ba1-9afd-4970978e845d" providerId="ADAL" clId="{604EF2A7-90DD-4C54-9240-AB8C727D6E48}" dt="2023-03-18T15:02:14.771" v="928" actId="1036"/>
      <pc:docMkLst>
        <pc:docMk/>
      </pc:docMkLst>
      <pc:sldChg chg="addSp delSp modSp mod">
        <pc:chgData name="Davis, Peter (CPU)" userId="f2525a01-9ad2-4ba1-9afd-4970978e845d" providerId="ADAL" clId="{604EF2A7-90DD-4C54-9240-AB8C727D6E48}" dt="2023-03-18T15:02:14.771" v="928" actId="1036"/>
        <pc:sldMkLst>
          <pc:docMk/>
          <pc:sldMk cId="1420558192" sldId="258"/>
        </pc:sldMkLst>
        <pc:spChg chg="add mod">
          <ac:chgData name="Davis, Peter (CPU)" userId="f2525a01-9ad2-4ba1-9afd-4970978e845d" providerId="ADAL" clId="{604EF2A7-90DD-4C54-9240-AB8C727D6E48}" dt="2023-03-18T15:02:04.893" v="925" actId="1038"/>
          <ac:spMkLst>
            <pc:docMk/>
            <pc:sldMk cId="1420558192" sldId="258"/>
            <ac:spMk id="3" creationId="{4F769C14-96AC-E927-F41A-FCC573D236BE}"/>
          </ac:spMkLst>
        </pc:spChg>
        <pc:spChg chg="add mod">
          <ac:chgData name="Davis, Peter (CPU)" userId="f2525a01-9ad2-4ba1-9afd-4970978e845d" providerId="ADAL" clId="{604EF2A7-90DD-4C54-9240-AB8C727D6E48}" dt="2023-03-18T15:01:01.682" v="869" actId="692"/>
          <ac:spMkLst>
            <pc:docMk/>
            <pc:sldMk cId="1420558192" sldId="258"/>
            <ac:spMk id="4" creationId="{E75BB226-7C6B-A5F4-D06E-2CEA624E2639}"/>
          </ac:spMkLst>
        </pc:spChg>
        <pc:spChg chg="add del mod">
          <ac:chgData name="Davis, Peter (CPU)" userId="f2525a01-9ad2-4ba1-9afd-4970978e845d" providerId="ADAL" clId="{604EF2A7-90DD-4C54-9240-AB8C727D6E48}" dt="2023-03-18T14:57:35.399" v="236" actId="478"/>
          <ac:spMkLst>
            <pc:docMk/>
            <pc:sldMk cId="1420558192" sldId="258"/>
            <ac:spMk id="5" creationId="{28C07E1A-2A0B-BB56-BE92-C4B35EA1181E}"/>
          </ac:spMkLst>
        </pc:spChg>
        <pc:spChg chg="add mod ord">
          <ac:chgData name="Davis, Peter (CPU)" userId="f2525a01-9ad2-4ba1-9afd-4970978e845d" providerId="ADAL" clId="{604EF2A7-90DD-4C54-9240-AB8C727D6E48}" dt="2023-03-18T15:00:52.208" v="863" actId="207"/>
          <ac:spMkLst>
            <pc:docMk/>
            <pc:sldMk cId="1420558192" sldId="258"/>
            <ac:spMk id="6" creationId="{3063EEC7-3412-B7A1-0487-44D40B497B77}"/>
          </ac:spMkLst>
        </pc:spChg>
        <pc:spChg chg="mod">
          <ac:chgData name="Davis, Peter (CPU)" userId="f2525a01-9ad2-4ba1-9afd-4970978e845d" providerId="ADAL" clId="{604EF2A7-90DD-4C54-9240-AB8C727D6E48}" dt="2023-03-18T14:47:43.185" v="21" actId="403"/>
          <ac:spMkLst>
            <pc:docMk/>
            <pc:sldMk cId="1420558192" sldId="258"/>
            <ac:spMk id="12" creationId="{00000000-0000-0000-0000-000000000000}"/>
          </ac:spMkLst>
        </pc:spChg>
        <pc:spChg chg="mod">
          <ac:chgData name="Davis, Peter (CPU)" userId="f2525a01-9ad2-4ba1-9afd-4970978e845d" providerId="ADAL" clId="{604EF2A7-90DD-4C54-9240-AB8C727D6E48}" dt="2023-03-18T14:48:23.047" v="31" actId="1038"/>
          <ac:spMkLst>
            <pc:docMk/>
            <pc:sldMk cId="1420558192" sldId="258"/>
            <ac:spMk id="15" creationId="{00000000-0000-0000-0000-000000000000}"/>
          </ac:spMkLst>
        </pc:spChg>
        <pc:spChg chg="del mod">
          <ac:chgData name="Davis, Peter (CPU)" userId="f2525a01-9ad2-4ba1-9afd-4970978e845d" providerId="ADAL" clId="{604EF2A7-90DD-4C54-9240-AB8C727D6E48}" dt="2023-03-18T14:53:06.167" v="194" actId="478"/>
          <ac:spMkLst>
            <pc:docMk/>
            <pc:sldMk cId="1420558192" sldId="258"/>
            <ac:spMk id="18" creationId="{00000000-0000-0000-0000-000000000000}"/>
          </ac:spMkLst>
        </pc:spChg>
        <pc:spChg chg="mod">
          <ac:chgData name="Davis, Peter (CPU)" userId="f2525a01-9ad2-4ba1-9afd-4970978e845d" providerId="ADAL" clId="{604EF2A7-90DD-4C54-9240-AB8C727D6E48}" dt="2023-03-18T15:02:14.771" v="928" actId="1036"/>
          <ac:spMkLst>
            <pc:docMk/>
            <pc:sldMk cId="1420558192" sldId="258"/>
            <ac:spMk id="22" creationId="{00000000-0000-0000-0000-000000000000}"/>
          </ac:spMkLst>
        </pc:spChg>
        <pc:spChg chg="del mod">
          <ac:chgData name="Davis, Peter (CPU)" userId="f2525a01-9ad2-4ba1-9afd-4970978e845d" providerId="ADAL" clId="{604EF2A7-90DD-4C54-9240-AB8C727D6E48}" dt="2023-03-18T14:51:49.382" v="150" actId="478"/>
          <ac:spMkLst>
            <pc:docMk/>
            <pc:sldMk cId="1420558192" sldId="258"/>
            <ac:spMk id="24" creationId="{00000000-0000-0000-0000-000000000000}"/>
          </ac:spMkLst>
        </pc:spChg>
        <pc:picChg chg="mod">
          <ac:chgData name="Davis, Peter (CPU)" userId="f2525a01-9ad2-4ba1-9afd-4970978e845d" providerId="ADAL" clId="{604EF2A7-90DD-4C54-9240-AB8C727D6E48}" dt="2023-03-18T14:55:13.196" v="234" actId="1076"/>
          <ac:picMkLst>
            <pc:docMk/>
            <pc:sldMk cId="1420558192" sldId="258"/>
            <ac:picMk id="11" creationId="{00000000-0000-0000-0000-000000000000}"/>
          </ac:picMkLst>
        </pc:picChg>
        <pc:picChg chg="mod">
          <ac:chgData name="Davis, Peter (CPU)" userId="f2525a01-9ad2-4ba1-9afd-4970978e845d" providerId="ADAL" clId="{604EF2A7-90DD-4C54-9240-AB8C727D6E48}" dt="2023-03-18T15:02:14.771" v="928" actId="1036"/>
          <ac:picMkLst>
            <pc:docMk/>
            <pc:sldMk cId="1420558192" sldId="258"/>
            <ac:picMk id="21" creationId="{00000000-0000-0000-0000-000000000000}"/>
          </ac:picMkLst>
        </pc:picChg>
        <pc:picChg chg="mod">
          <ac:chgData name="Davis, Peter (CPU)" userId="f2525a01-9ad2-4ba1-9afd-4970978e845d" providerId="ADAL" clId="{604EF2A7-90DD-4C54-9240-AB8C727D6E48}" dt="2023-03-18T15:01:43.296" v="910" actId="1036"/>
          <ac:picMkLst>
            <pc:docMk/>
            <pc:sldMk cId="1420558192" sldId="258"/>
            <ac:picMk id="2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54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79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69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9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86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0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693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31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04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62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0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98296-B979-4886-990A-8C8CA562B813}" type="datetimeFigureOut">
              <a:rPr lang="en-GB" smtClean="0"/>
              <a:t>22/10/2023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57735-F05C-4043-BC4F-D84631A77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54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valereflexology.co.uk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Image result for glowing person outlin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98" y="2313366"/>
            <a:ext cx="1953821" cy="358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mage result for foot outline transparent background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7396">
            <a:off x="8349468" y="2657795"/>
            <a:ext cx="3465896" cy="3465897"/>
          </a:xfrm>
          <a:prstGeom prst="rect">
            <a:avLst/>
          </a:prstGeom>
          <a:noFill/>
          <a:scene3d>
            <a:camera prst="orthographicFront">
              <a:rot lat="0" lon="10799978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foot outline transparent background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05482">
            <a:off x="3109740" y="2637274"/>
            <a:ext cx="3465896" cy="346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foot outlin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9"/>
          <a:stretch/>
        </p:blipFill>
        <p:spPr bwMode="auto">
          <a:xfrm>
            <a:off x="9583615" y="921460"/>
            <a:ext cx="1503485" cy="40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foot outlin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4614"/>
          <a:stretch/>
        </p:blipFill>
        <p:spPr bwMode="auto">
          <a:xfrm>
            <a:off x="1528742" y="1476123"/>
            <a:ext cx="1485655" cy="40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foot outlin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9"/>
          <a:stretch/>
        </p:blipFill>
        <p:spPr bwMode="auto">
          <a:xfrm>
            <a:off x="2635010" y="816133"/>
            <a:ext cx="1503485" cy="40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foot outlin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4614"/>
          <a:stretch/>
        </p:blipFill>
        <p:spPr bwMode="auto">
          <a:xfrm>
            <a:off x="1193315" y="816133"/>
            <a:ext cx="1485655" cy="409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person outline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" t="-1" b="584"/>
          <a:stretch/>
        </p:blipFill>
        <p:spPr bwMode="auto">
          <a:xfrm>
            <a:off x="1647810" y="833945"/>
            <a:ext cx="2265287" cy="418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Image result for sketch he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990" y="3598252"/>
            <a:ext cx="857250" cy="857250"/>
          </a:xfrm>
          <a:prstGeom prst="rect">
            <a:avLst/>
          </a:prstGeom>
        </p:spPr>
      </p:pic>
      <p:pic>
        <p:nvPicPr>
          <p:cNvPr id="1036" name="Picture 12" descr="Image result for sketch heart clear background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322" y="3220935"/>
            <a:ext cx="296451" cy="30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179618" y="1977163"/>
            <a:ext cx="1362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Bradley Hand ITC" panose="03070402050302030203" pitchFamily="66" charset="0"/>
              </a:rPr>
              <a:t>VALE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3719" y="5622674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Bradley Hand ITC" panose="03070402050302030203" pitchFamily="66" charset="0"/>
              </a:rPr>
              <a:t>REFLEXOLOGY</a:t>
            </a:r>
          </a:p>
        </p:txBody>
      </p:sp>
    </p:spTree>
    <p:extLst>
      <p:ext uri="{BB962C8B-B14F-4D97-AF65-F5344CB8AC3E}">
        <p14:creationId xmlns:p14="http://schemas.microsoft.com/office/powerpoint/2010/main" val="364121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095" y="4694548"/>
            <a:ext cx="762330" cy="11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1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63EEC7-3412-B7A1-0487-44D40B497B77}"/>
              </a:ext>
            </a:extLst>
          </p:cNvPr>
          <p:cNvSpPr/>
          <p:nvPr/>
        </p:nvSpPr>
        <p:spPr>
          <a:xfrm>
            <a:off x="498476" y="2647950"/>
            <a:ext cx="4597400" cy="2454920"/>
          </a:xfrm>
          <a:prstGeom prst="rect">
            <a:avLst/>
          </a:prstGeom>
          <a:gradFill>
            <a:gsLst>
              <a:gs pos="27000">
                <a:schemeClr val="accent1">
                  <a:lumMod val="5000"/>
                  <a:lumOff val="95000"/>
                  <a:alpha val="66000"/>
                </a:schemeClr>
              </a:gs>
              <a:gs pos="100000">
                <a:srgbClr val="CDEEFF">
                  <a:alpha val="65882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6610" t="1285" r="8288" b="1776"/>
          <a:stretch/>
        </p:blipFill>
        <p:spPr>
          <a:xfrm>
            <a:off x="538600" y="2912152"/>
            <a:ext cx="1549564" cy="1997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39787" y="2759734"/>
            <a:ext cx="5668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rgbClr val="53C6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 A L 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3747" y="3578870"/>
            <a:ext cx="5172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rPr>
              <a:t>REFLEXOLOGY</a:t>
            </a:r>
            <a:endParaRPr lang="en-GB" sz="2400" dirty="0">
              <a:solidFill>
                <a:schemeClr val="accent1"/>
              </a:solidFill>
              <a:latin typeface="Euphemia" panose="020B0503040102020104" pitchFamily="34" charset="0"/>
              <a:cs typeface="Aharoni" panose="02010803020104030203" pitchFamily="2" charset="-79"/>
            </a:endParaRPr>
          </a:p>
        </p:txBody>
      </p:sp>
      <p:sp>
        <p:nvSpPr>
          <p:cNvPr id="20" name="AutoShape 2" descr="Image result for telephone small blu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918" y="4138720"/>
            <a:ext cx="556258" cy="55625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2" name="TextBox 21"/>
          <p:cNvSpPr txBox="1"/>
          <p:nvPr/>
        </p:nvSpPr>
        <p:spPr>
          <a:xfrm>
            <a:off x="2371655" y="4272444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07885 479048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950" y="4501665"/>
            <a:ext cx="458194" cy="4581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930" y="6231460"/>
            <a:ext cx="434000" cy="4343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97176" y="6218945"/>
            <a:ext cx="3166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  <a:hlinkClick r:id="rId6"/>
              </a:rPr>
              <a:t>www.valereflexology.co.uk</a:t>
            </a:r>
            <a:endParaRPr lang="en-GB" sz="2000" dirty="0">
              <a:solidFill>
                <a:schemeClr val="accent1">
                  <a:lumMod val="75000"/>
                </a:schemeClr>
              </a:solidFill>
              <a:latin typeface="Euphemia" panose="020B0503040102020104" pitchFamily="34" charset="0"/>
            </a:endParaRPr>
          </a:p>
          <a:p>
            <a:endParaRPr lang="en-GB" sz="2000" dirty="0">
              <a:solidFill>
                <a:schemeClr val="accent1">
                  <a:lumMod val="75000"/>
                </a:schemeClr>
              </a:solidFill>
              <a:latin typeface="Euphemia" panose="020B05030401020201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69C14-96AC-E927-F41A-FCC573D236BE}"/>
              </a:ext>
            </a:extLst>
          </p:cNvPr>
          <p:cNvSpPr txBox="1"/>
          <p:nvPr/>
        </p:nvSpPr>
        <p:spPr>
          <a:xfrm>
            <a:off x="2367202" y="4573289"/>
            <a:ext cx="2459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  <a:latin typeface="Abadi" panose="020B0604020104020204" pitchFamily="34" charset="0"/>
                <a:ea typeface="Yu Gothic" panose="020B0400000000000000" pitchFamily="34" charset="-128"/>
                <a:cs typeface="Angsana New" panose="020B0502040204020203" pitchFamily="18" charset="-34"/>
              </a:rPr>
              <a:t>Daviskingsland@outlook.com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BB226-7C6B-A5F4-D06E-2CEA624E2639}"/>
              </a:ext>
            </a:extLst>
          </p:cNvPr>
          <p:cNvSpPr/>
          <p:nvPr/>
        </p:nvSpPr>
        <p:spPr>
          <a:xfrm>
            <a:off x="498475" y="2647950"/>
            <a:ext cx="4597400" cy="24549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55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610" t="1285" r="8288" b="1776"/>
          <a:stretch/>
        </p:blipFill>
        <p:spPr>
          <a:xfrm>
            <a:off x="125330" y="4778373"/>
            <a:ext cx="1518832" cy="19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5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t="26268" r="4454" b="4478"/>
          <a:stretch/>
        </p:blipFill>
        <p:spPr>
          <a:xfrm>
            <a:off x="1574277" y="2046933"/>
            <a:ext cx="6636470" cy="32297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4543718" y="1941654"/>
            <a:ext cx="56686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rgbClr val="53C6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 A L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4134" y="2841831"/>
            <a:ext cx="5172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rPr>
              <a:t>REFLEXOLOGY</a:t>
            </a:r>
            <a:endParaRPr lang="en-GB" sz="3600" dirty="0">
              <a:solidFill>
                <a:schemeClr val="accent1"/>
              </a:solidFill>
              <a:latin typeface="Euphemia" panose="020B0503040102020104" pitchFamily="34" charset="0"/>
              <a:cs typeface="Aharoni" panose="02010803020104030203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10746" y="52130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103" y="2612101"/>
            <a:ext cx="685188" cy="685188"/>
          </a:xfrm>
          <a:prstGeom prst="rect">
            <a:avLst/>
          </a:prstGeom>
          <a:effectLst>
            <a:softEdge rad="165100"/>
          </a:effectLst>
        </p:spPr>
      </p:pic>
      <p:sp>
        <p:nvSpPr>
          <p:cNvPr id="9" name="TextBox 8"/>
          <p:cNvSpPr txBox="1"/>
          <p:nvPr/>
        </p:nvSpPr>
        <p:spPr>
          <a:xfrm>
            <a:off x="8644973" y="2815185"/>
            <a:ext cx="1383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rPr>
              <a:t>07885 479048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751" y="3096381"/>
            <a:ext cx="545493" cy="545493"/>
          </a:xfrm>
          <a:prstGeom prst="rect">
            <a:avLst/>
          </a:prstGeom>
          <a:effectLst>
            <a:softEdge rad="165100"/>
          </a:effectLst>
        </p:spPr>
      </p:pic>
      <p:sp>
        <p:nvSpPr>
          <p:cNvPr id="11" name="TextBox 10"/>
          <p:cNvSpPr txBox="1"/>
          <p:nvPr/>
        </p:nvSpPr>
        <p:spPr>
          <a:xfrm>
            <a:off x="8630607" y="3200378"/>
            <a:ext cx="2603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rPr>
              <a:t>Daviskingsland@outlook.com</a:t>
            </a:r>
          </a:p>
          <a:p>
            <a:endParaRPr lang="en-GB" sz="1400" dirty="0">
              <a:solidFill>
                <a:schemeClr val="accent1">
                  <a:lumMod val="75000"/>
                </a:schemeClr>
              </a:solidFill>
              <a:latin typeface="Euphemia" panose="020B05030401020201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/>
          <a:srcRect l="6610" t="1285" r="8288" b="1776"/>
          <a:stretch/>
        </p:blipFill>
        <p:spPr>
          <a:xfrm>
            <a:off x="3547953" y="2082335"/>
            <a:ext cx="1136049" cy="1464136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3" name="Rectangle 2"/>
          <p:cNvSpPr/>
          <p:nvPr/>
        </p:nvSpPr>
        <p:spPr>
          <a:xfrm>
            <a:off x="1498863" y="1941922"/>
            <a:ext cx="9935850" cy="3450210"/>
          </a:xfrm>
          <a:prstGeom prst="rect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485046" y="3895018"/>
            <a:ext cx="66246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53C6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VALID FOR A FIRST DUOPODY REFLEXOLOGY CONSULTATION</a:t>
            </a:r>
          </a:p>
          <a:p>
            <a:r>
              <a:rPr lang="en-GB" sz="2800" dirty="0">
                <a:solidFill>
                  <a:srgbClr val="53C6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(90 mins - £65)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910" y="5125918"/>
            <a:ext cx="5172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1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rPr>
              <a:t>This voucher has no alternative cash value – Valid until 30</a:t>
            </a:r>
            <a:r>
              <a:rPr lang="en-GB" sz="1100" baseline="300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rPr>
              <a:t>th</a:t>
            </a:r>
            <a:r>
              <a:rPr lang="en-GB" sz="11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rPr>
              <a:t> June 2024</a:t>
            </a:r>
            <a:endParaRPr lang="en-GB" sz="1050" dirty="0">
              <a:solidFill>
                <a:schemeClr val="accent1"/>
              </a:solidFill>
              <a:latin typeface="Euphemia" panose="020B0503040102020104" pitchFamily="34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49DCAC-F94D-3732-4372-047C1CBC40F1}"/>
              </a:ext>
            </a:extLst>
          </p:cNvPr>
          <p:cNvSpPr txBox="1"/>
          <p:nvPr/>
        </p:nvSpPr>
        <p:spPr>
          <a:xfrm>
            <a:off x="8223574" y="2269617"/>
            <a:ext cx="3147015" cy="700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rPr>
              <a:t>Kim Davis BSc (Hons)</a:t>
            </a:r>
          </a:p>
          <a:p>
            <a:r>
              <a:rPr lang="en-GB" sz="1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rPr>
              <a:t> </a:t>
            </a:r>
          </a:p>
          <a:p>
            <a:r>
              <a:rPr lang="en-GB" sz="105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rPr>
              <a:t>LEVEL 5 DIPLOMA REFLEXOLOGY PRACTIONER</a:t>
            </a:r>
            <a:endParaRPr lang="en-GB" sz="1000" dirty="0">
              <a:solidFill>
                <a:schemeClr val="accent1">
                  <a:lumMod val="75000"/>
                </a:schemeClr>
              </a:solidFill>
              <a:latin typeface="Euphemia" panose="020B0503040102020104" pitchFamily="34" charset="0"/>
            </a:endParaRPr>
          </a:p>
          <a:p>
            <a:endParaRPr lang="en-GB" sz="1400" dirty="0">
              <a:solidFill>
                <a:schemeClr val="accent1">
                  <a:lumMod val="75000"/>
                </a:schemeClr>
              </a:solidFill>
              <a:latin typeface="Euphemia" panose="020B0503040102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29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72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Abadi</vt:lpstr>
      <vt:lpstr>Aharoni</vt:lpstr>
      <vt:lpstr>Arial</vt:lpstr>
      <vt:lpstr>Bradley Hand ITC</vt:lpstr>
      <vt:lpstr>Calibri</vt:lpstr>
      <vt:lpstr>Calibri Light</vt:lpstr>
      <vt:lpstr>Euphemia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{CPU}</dc:creator>
  <cp:lastModifiedBy>Davis, Peter (CPU)</cp:lastModifiedBy>
  <cp:revision>21</cp:revision>
  <dcterms:created xsi:type="dcterms:W3CDTF">2017-05-09T16:50:22Z</dcterms:created>
  <dcterms:modified xsi:type="dcterms:W3CDTF">2023-10-22T09:33:23Z</dcterms:modified>
</cp:coreProperties>
</file>