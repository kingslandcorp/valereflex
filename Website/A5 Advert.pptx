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5346700" cy="7559675"/>
  <p:notesSz cx="6889750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C1EA"/>
    <a:srgbClr val="CEE1F5"/>
    <a:srgbClr val="FF3300"/>
    <a:srgbClr val="6C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D4CED-CD79-4C9D-B309-EFE8B11D6AA1}" v="8" dt="2023-07-21T11:25:26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60"/>
  </p:normalViewPr>
  <p:slideViewPr>
    <p:cSldViewPr snapToGrid="0">
      <p:cViewPr varScale="1">
        <p:scale>
          <a:sx n="76" d="100"/>
          <a:sy n="76" d="100"/>
        </p:scale>
        <p:origin x="21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Peter (CPU)" userId="f2525a01-9ad2-4ba1-9afd-4970978e845d" providerId="ADAL" clId="{9A8D4CED-CD79-4C9D-B309-EFE8B11D6AA1}"/>
    <pc:docChg chg="undo custSel delSld modSld delSection modSection">
      <pc:chgData name="Davis, Peter (CPU)" userId="f2525a01-9ad2-4ba1-9afd-4970978e845d" providerId="ADAL" clId="{9A8D4CED-CD79-4C9D-B309-EFE8B11D6AA1}" dt="2023-07-21T11:25:35.275" v="211" actId="20577"/>
      <pc:docMkLst>
        <pc:docMk/>
      </pc:docMkLst>
      <pc:sldChg chg="del">
        <pc:chgData name="Davis, Peter (CPU)" userId="f2525a01-9ad2-4ba1-9afd-4970978e845d" providerId="ADAL" clId="{9A8D4CED-CD79-4C9D-B309-EFE8B11D6AA1}" dt="2023-07-21T11:12:48.221" v="150" actId="2696"/>
        <pc:sldMkLst>
          <pc:docMk/>
          <pc:sldMk cId="3788126139" sldId="256"/>
        </pc:sldMkLst>
      </pc:sldChg>
      <pc:sldChg chg="addSp delSp modSp mod">
        <pc:chgData name="Davis, Peter (CPU)" userId="f2525a01-9ad2-4ba1-9afd-4970978e845d" providerId="ADAL" clId="{9A8D4CED-CD79-4C9D-B309-EFE8B11D6AA1}" dt="2023-07-21T11:23:33.622" v="170" actId="20577"/>
        <pc:sldMkLst>
          <pc:docMk/>
          <pc:sldMk cId="1526692250" sldId="257"/>
        </pc:sldMkLst>
        <pc:spChg chg="add mod ord">
          <ac:chgData name="Davis, Peter (CPU)" userId="f2525a01-9ad2-4ba1-9afd-4970978e845d" providerId="ADAL" clId="{9A8D4CED-CD79-4C9D-B309-EFE8B11D6AA1}" dt="2023-07-21T09:23:28.953" v="139" actId="14100"/>
          <ac:spMkLst>
            <pc:docMk/>
            <pc:sldMk cId="1526692250" sldId="257"/>
            <ac:spMk id="9" creationId="{9EF96E31-10BF-9BE0-90DD-55990835DF1C}"/>
          </ac:spMkLst>
        </pc:spChg>
        <pc:spChg chg="add mod">
          <ac:chgData name="Davis, Peter (CPU)" userId="f2525a01-9ad2-4ba1-9afd-4970978e845d" providerId="ADAL" clId="{9A8D4CED-CD79-4C9D-B309-EFE8B11D6AA1}" dt="2023-07-21T09:23:56.824" v="149" actId="122"/>
          <ac:spMkLst>
            <pc:docMk/>
            <pc:sldMk cId="1526692250" sldId="257"/>
            <ac:spMk id="10" creationId="{E098FA3A-5DFC-D082-8E42-0D8342F4CDFD}"/>
          </ac:spMkLst>
        </pc:spChg>
        <pc:spChg chg="add mod">
          <ac:chgData name="Davis, Peter (CPU)" userId="f2525a01-9ad2-4ba1-9afd-4970978e845d" providerId="ADAL" clId="{9A8D4CED-CD79-4C9D-B309-EFE8B11D6AA1}" dt="2023-07-21T11:23:33.622" v="170" actId="20577"/>
          <ac:spMkLst>
            <pc:docMk/>
            <pc:sldMk cId="1526692250" sldId="257"/>
            <ac:spMk id="11" creationId="{1E6DFF8F-DD32-F600-41A8-84838FF27A70}"/>
          </ac:spMkLst>
        </pc:spChg>
        <pc:picChg chg="del">
          <ac:chgData name="Davis, Peter (CPU)" userId="f2525a01-9ad2-4ba1-9afd-4970978e845d" providerId="ADAL" clId="{9A8D4CED-CD79-4C9D-B309-EFE8B11D6AA1}" dt="2023-07-21T09:13:12.138" v="0" actId="478"/>
          <ac:picMkLst>
            <pc:docMk/>
            <pc:sldMk cId="1526692250" sldId="257"/>
            <ac:picMk id="4" creationId="{0303CA55-63AD-E6E9-32D6-76677F9F2F2E}"/>
          </ac:picMkLst>
        </pc:picChg>
        <pc:picChg chg="add mod modCrop">
          <ac:chgData name="Davis, Peter (CPU)" userId="f2525a01-9ad2-4ba1-9afd-4970978e845d" providerId="ADAL" clId="{9A8D4CED-CD79-4C9D-B309-EFE8B11D6AA1}" dt="2023-07-21T09:23:45.323" v="148" actId="1036"/>
          <ac:picMkLst>
            <pc:docMk/>
            <pc:sldMk cId="1526692250" sldId="257"/>
            <ac:picMk id="5" creationId="{9D4A8566-FF83-1FA7-5D0F-48C77EC57CDB}"/>
          </ac:picMkLst>
        </pc:picChg>
        <pc:picChg chg="add mod modCrop">
          <ac:chgData name="Davis, Peter (CPU)" userId="f2525a01-9ad2-4ba1-9afd-4970978e845d" providerId="ADAL" clId="{9A8D4CED-CD79-4C9D-B309-EFE8B11D6AA1}" dt="2023-07-21T09:21:22.444" v="111" actId="29295"/>
          <ac:picMkLst>
            <pc:docMk/>
            <pc:sldMk cId="1526692250" sldId="257"/>
            <ac:picMk id="6" creationId="{EB8EEFA3-AE1E-F7FB-8F16-FFCFD2E90C98}"/>
          </ac:picMkLst>
        </pc:picChg>
        <pc:picChg chg="add mod">
          <ac:chgData name="Davis, Peter (CPU)" userId="f2525a01-9ad2-4ba1-9afd-4970978e845d" providerId="ADAL" clId="{9A8D4CED-CD79-4C9D-B309-EFE8B11D6AA1}" dt="2023-07-21T09:19:32.205" v="70" actId="1076"/>
          <ac:picMkLst>
            <pc:docMk/>
            <pc:sldMk cId="1526692250" sldId="257"/>
            <ac:picMk id="7" creationId="{3A28D6B0-688A-9A4E-7767-8C14E3DE65F7}"/>
          </ac:picMkLst>
        </pc:picChg>
        <pc:picChg chg="add del mod">
          <ac:chgData name="Davis, Peter (CPU)" userId="f2525a01-9ad2-4ba1-9afd-4970978e845d" providerId="ADAL" clId="{9A8D4CED-CD79-4C9D-B309-EFE8B11D6AA1}" dt="2023-07-21T09:17:45.698" v="42" actId="478"/>
          <ac:picMkLst>
            <pc:docMk/>
            <pc:sldMk cId="1526692250" sldId="257"/>
            <ac:picMk id="8" creationId="{C6AC01D0-C51B-2556-C604-83AB1981B43F}"/>
          </ac:picMkLst>
        </pc:picChg>
      </pc:sldChg>
      <pc:sldChg chg="modSp mod">
        <pc:chgData name="Davis, Peter (CPU)" userId="f2525a01-9ad2-4ba1-9afd-4970978e845d" providerId="ADAL" clId="{9A8D4CED-CD79-4C9D-B309-EFE8B11D6AA1}" dt="2023-07-21T11:25:10.178" v="178" actId="20577"/>
        <pc:sldMkLst>
          <pc:docMk/>
          <pc:sldMk cId="1960523605" sldId="258"/>
        </pc:sldMkLst>
        <pc:spChg chg="mod">
          <ac:chgData name="Davis, Peter (CPU)" userId="f2525a01-9ad2-4ba1-9afd-4970978e845d" providerId="ADAL" clId="{9A8D4CED-CD79-4C9D-B309-EFE8B11D6AA1}" dt="2023-07-21T11:25:10.178" v="178" actId="20577"/>
          <ac:spMkLst>
            <pc:docMk/>
            <pc:sldMk cId="1960523605" sldId="258"/>
            <ac:spMk id="11" creationId="{1E6DFF8F-DD32-F600-41A8-84838FF27A70}"/>
          </ac:spMkLst>
        </pc:spChg>
      </pc:sldChg>
      <pc:sldChg chg="modSp mod">
        <pc:chgData name="Davis, Peter (CPU)" userId="f2525a01-9ad2-4ba1-9afd-4970978e845d" providerId="ADAL" clId="{9A8D4CED-CD79-4C9D-B309-EFE8B11D6AA1}" dt="2023-07-21T11:25:22.946" v="193" actId="20577"/>
        <pc:sldMkLst>
          <pc:docMk/>
          <pc:sldMk cId="1545678736" sldId="259"/>
        </pc:sldMkLst>
        <pc:spChg chg="mod">
          <ac:chgData name="Davis, Peter (CPU)" userId="f2525a01-9ad2-4ba1-9afd-4970978e845d" providerId="ADAL" clId="{9A8D4CED-CD79-4C9D-B309-EFE8B11D6AA1}" dt="2023-07-21T11:25:22.946" v="193" actId="20577"/>
          <ac:spMkLst>
            <pc:docMk/>
            <pc:sldMk cId="1545678736" sldId="259"/>
            <ac:spMk id="11" creationId="{1E6DFF8F-DD32-F600-41A8-84838FF27A70}"/>
          </ac:spMkLst>
        </pc:spChg>
      </pc:sldChg>
      <pc:sldChg chg="modSp mod">
        <pc:chgData name="Davis, Peter (CPU)" userId="f2525a01-9ad2-4ba1-9afd-4970978e845d" providerId="ADAL" clId="{9A8D4CED-CD79-4C9D-B309-EFE8B11D6AA1}" dt="2023-07-21T11:25:35.275" v="211" actId="20577"/>
        <pc:sldMkLst>
          <pc:docMk/>
          <pc:sldMk cId="3550024737" sldId="260"/>
        </pc:sldMkLst>
        <pc:spChg chg="mod">
          <ac:chgData name="Davis, Peter (CPU)" userId="f2525a01-9ad2-4ba1-9afd-4970978e845d" providerId="ADAL" clId="{9A8D4CED-CD79-4C9D-B309-EFE8B11D6AA1}" dt="2023-07-21T11:25:35.275" v="211" actId="20577"/>
          <ac:spMkLst>
            <pc:docMk/>
            <pc:sldMk cId="3550024737" sldId="260"/>
            <ac:spMk id="11" creationId="{1E6DFF8F-DD32-F600-41A8-84838FF27A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1003" y="1237197"/>
            <a:ext cx="4544695" cy="2631887"/>
          </a:xfrm>
        </p:spPr>
        <p:txBody>
          <a:bodyPr anchor="b"/>
          <a:lstStyle>
            <a:lvl1pPr algn="ctr">
              <a:defRPr sz="35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8338" y="3970580"/>
            <a:ext cx="4010025" cy="1825171"/>
          </a:xfrm>
        </p:spPr>
        <p:txBody>
          <a:bodyPr/>
          <a:lstStyle>
            <a:lvl1pPr marL="0" indent="0" algn="ctr">
              <a:buNone/>
              <a:defRPr sz="1403"/>
            </a:lvl1pPr>
            <a:lvl2pPr marL="267325" indent="0" algn="ctr">
              <a:buNone/>
              <a:defRPr sz="1169"/>
            </a:lvl2pPr>
            <a:lvl3pPr marL="534650" indent="0" algn="ctr">
              <a:buNone/>
              <a:defRPr sz="1052"/>
            </a:lvl3pPr>
            <a:lvl4pPr marL="801975" indent="0" algn="ctr">
              <a:buNone/>
              <a:defRPr sz="936"/>
            </a:lvl4pPr>
            <a:lvl5pPr marL="1069299" indent="0" algn="ctr">
              <a:buNone/>
              <a:defRPr sz="936"/>
            </a:lvl5pPr>
            <a:lvl6pPr marL="1336624" indent="0" algn="ctr">
              <a:buNone/>
              <a:defRPr sz="936"/>
            </a:lvl6pPr>
            <a:lvl7pPr marL="1603949" indent="0" algn="ctr">
              <a:buNone/>
              <a:defRPr sz="936"/>
            </a:lvl7pPr>
            <a:lvl8pPr marL="1871274" indent="0" algn="ctr">
              <a:buNone/>
              <a:defRPr sz="936"/>
            </a:lvl8pPr>
            <a:lvl9pPr marL="2138599" indent="0" algn="ctr">
              <a:buNone/>
              <a:defRPr sz="9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9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0182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801" y="1884671"/>
            <a:ext cx="4611529" cy="3144614"/>
          </a:xfrm>
        </p:spPr>
        <p:txBody>
          <a:bodyPr anchor="b"/>
          <a:lstStyle>
            <a:lvl1pPr>
              <a:defRPr sz="350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801" y="5059035"/>
            <a:ext cx="4611529" cy="1653678"/>
          </a:xfrm>
        </p:spPr>
        <p:txBody>
          <a:bodyPr/>
          <a:lstStyle>
            <a:lvl1pPr marL="0" indent="0">
              <a:buNone/>
              <a:defRPr sz="1403">
                <a:solidFill>
                  <a:schemeClr val="tx1"/>
                </a:solidFill>
              </a:defRPr>
            </a:lvl1pPr>
            <a:lvl2pPr marL="267325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2pPr>
            <a:lvl3pPr marL="534650" indent="0">
              <a:buNone/>
              <a:defRPr sz="1052">
                <a:solidFill>
                  <a:schemeClr val="tx1">
                    <a:tint val="75000"/>
                  </a:schemeClr>
                </a:solidFill>
              </a:defRPr>
            </a:lvl3pPr>
            <a:lvl4pPr marL="801975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4pPr>
            <a:lvl5pPr marL="1069299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5pPr>
            <a:lvl6pPr marL="1336624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6pPr>
            <a:lvl7pPr marL="1603949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7pPr>
            <a:lvl8pPr marL="1871274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8pPr>
            <a:lvl9pPr marL="2138599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49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585" y="2012414"/>
            <a:ext cx="2272348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06767" y="2012414"/>
            <a:ext cx="2272348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1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282" y="402484"/>
            <a:ext cx="461152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283" y="1853171"/>
            <a:ext cx="2261904" cy="908210"/>
          </a:xfrm>
        </p:spPr>
        <p:txBody>
          <a:bodyPr anchor="b"/>
          <a:lstStyle>
            <a:lvl1pPr marL="0" indent="0">
              <a:buNone/>
              <a:defRPr sz="1403" b="1"/>
            </a:lvl1pPr>
            <a:lvl2pPr marL="267325" indent="0">
              <a:buNone/>
              <a:defRPr sz="1169" b="1"/>
            </a:lvl2pPr>
            <a:lvl3pPr marL="534650" indent="0">
              <a:buNone/>
              <a:defRPr sz="1052" b="1"/>
            </a:lvl3pPr>
            <a:lvl4pPr marL="801975" indent="0">
              <a:buNone/>
              <a:defRPr sz="936" b="1"/>
            </a:lvl4pPr>
            <a:lvl5pPr marL="1069299" indent="0">
              <a:buNone/>
              <a:defRPr sz="936" b="1"/>
            </a:lvl5pPr>
            <a:lvl6pPr marL="1336624" indent="0">
              <a:buNone/>
              <a:defRPr sz="936" b="1"/>
            </a:lvl6pPr>
            <a:lvl7pPr marL="1603949" indent="0">
              <a:buNone/>
              <a:defRPr sz="936" b="1"/>
            </a:lvl7pPr>
            <a:lvl8pPr marL="1871274" indent="0">
              <a:buNone/>
              <a:defRPr sz="936" b="1"/>
            </a:lvl8pPr>
            <a:lvl9pPr marL="2138599" indent="0">
              <a:buNone/>
              <a:defRPr sz="9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283" y="2761381"/>
            <a:ext cx="2261904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06767" y="1853171"/>
            <a:ext cx="2273044" cy="908210"/>
          </a:xfrm>
        </p:spPr>
        <p:txBody>
          <a:bodyPr anchor="b"/>
          <a:lstStyle>
            <a:lvl1pPr marL="0" indent="0">
              <a:buNone/>
              <a:defRPr sz="1403" b="1"/>
            </a:lvl1pPr>
            <a:lvl2pPr marL="267325" indent="0">
              <a:buNone/>
              <a:defRPr sz="1169" b="1"/>
            </a:lvl2pPr>
            <a:lvl3pPr marL="534650" indent="0">
              <a:buNone/>
              <a:defRPr sz="1052" b="1"/>
            </a:lvl3pPr>
            <a:lvl4pPr marL="801975" indent="0">
              <a:buNone/>
              <a:defRPr sz="936" b="1"/>
            </a:lvl4pPr>
            <a:lvl5pPr marL="1069299" indent="0">
              <a:buNone/>
              <a:defRPr sz="936" b="1"/>
            </a:lvl5pPr>
            <a:lvl6pPr marL="1336624" indent="0">
              <a:buNone/>
              <a:defRPr sz="936" b="1"/>
            </a:lvl6pPr>
            <a:lvl7pPr marL="1603949" indent="0">
              <a:buNone/>
              <a:defRPr sz="936" b="1"/>
            </a:lvl7pPr>
            <a:lvl8pPr marL="1871274" indent="0">
              <a:buNone/>
              <a:defRPr sz="936" b="1"/>
            </a:lvl8pPr>
            <a:lvl9pPr marL="2138599" indent="0">
              <a:buNone/>
              <a:defRPr sz="9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06767" y="2761381"/>
            <a:ext cx="2273044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95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6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47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282" y="503978"/>
            <a:ext cx="1724450" cy="1763924"/>
          </a:xfrm>
        </p:spPr>
        <p:txBody>
          <a:bodyPr anchor="b"/>
          <a:lstStyle>
            <a:lvl1pPr>
              <a:defRPr sz="18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3044" y="1088455"/>
            <a:ext cx="2706767" cy="5372269"/>
          </a:xfrm>
        </p:spPr>
        <p:txBody>
          <a:bodyPr/>
          <a:lstStyle>
            <a:lvl1pPr>
              <a:defRPr sz="1871"/>
            </a:lvl1pPr>
            <a:lvl2pPr>
              <a:defRPr sz="1637"/>
            </a:lvl2pPr>
            <a:lvl3pPr>
              <a:defRPr sz="1403"/>
            </a:lvl3pPr>
            <a:lvl4pPr>
              <a:defRPr sz="1169"/>
            </a:lvl4pPr>
            <a:lvl5pPr>
              <a:defRPr sz="1169"/>
            </a:lvl5pPr>
            <a:lvl6pPr>
              <a:defRPr sz="1169"/>
            </a:lvl6pPr>
            <a:lvl7pPr>
              <a:defRPr sz="1169"/>
            </a:lvl7pPr>
            <a:lvl8pPr>
              <a:defRPr sz="1169"/>
            </a:lvl8pPr>
            <a:lvl9pPr>
              <a:defRPr sz="11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282" y="2267902"/>
            <a:ext cx="1724450" cy="4201570"/>
          </a:xfrm>
        </p:spPr>
        <p:txBody>
          <a:bodyPr/>
          <a:lstStyle>
            <a:lvl1pPr marL="0" indent="0">
              <a:buNone/>
              <a:defRPr sz="936"/>
            </a:lvl1pPr>
            <a:lvl2pPr marL="267325" indent="0">
              <a:buNone/>
              <a:defRPr sz="819"/>
            </a:lvl2pPr>
            <a:lvl3pPr marL="534650" indent="0">
              <a:buNone/>
              <a:defRPr sz="702"/>
            </a:lvl3pPr>
            <a:lvl4pPr marL="801975" indent="0">
              <a:buNone/>
              <a:defRPr sz="585"/>
            </a:lvl4pPr>
            <a:lvl5pPr marL="1069299" indent="0">
              <a:buNone/>
              <a:defRPr sz="585"/>
            </a:lvl5pPr>
            <a:lvl6pPr marL="1336624" indent="0">
              <a:buNone/>
              <a:defRPr sz="585"/>
            </a:lvl6pPr>
            <a:lvl7pPr marL="1603949" indent="0">
              <a:buNone/>
              <a:defRPr sz="585"/>
            </a:lvl7pPr>
            <a:lvl8pPr marL="1871274" indent="0">
              <a:buNone/>
              <a:defRPr sz="585"/>
            </a:lvl8pPr>
            <a:lvl9pPr marL="2138599" indent="0">
              <a:buNone/>
              <a:defRPr sz="5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54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282" y="503978"/>
            <a:ext cx="1724450" cy="1763924"/>
          </a:xfrm>
        </p:spPr>
        <p:txBody>
          <a:bodyPr anchor="b"/>
          <a:lstStyle>
            <a:lvl1pPr>
              <a:defRPr sz="18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73044" y="1088455"/>
            <a:ext cx="2706767" cy="5372269"/>
          </a:xfrm>
        </p:spPr>
        <p:txBody>
          <a:bodyPr anchor="t"/>
          <a:lstStyle>
            <a:lvl1pPr marL="0" indent="0">
              <a:buNone/>
              <a:defRPr sz="1871"/>
            </a:lvl1pPr>
            <a:lvl2pPr marL="267325" indent="0">
              <a:buNone/>
              <a:defRPr sz="1637"/>
            </a:lvl2pPr>
            <a:lvl3pPr marL="534650" indent="0">
              <a:buNone/>
              <a:defRPr sz="1403"/>
            </a:lvl3pPr>
            <a:lvl4pPr marL="801975" indent="0">
              <a:buNone/>
              <a:defRPr sz="1169"/>
            </a:lvl4pPr>
            <a:lvl5pPr marL="1069299" indent="0">
              <a:buNone/>
              <a:defRPr sz="1169"/>
            </a:lvl5pPr>
            <a:lvl6pPr marL="1336624" indent="0">
              <a:buNone/>
              <a:defRPr sz="1169"/>
            </a:lvl6pPr>
            <a:lvl7pPr marL="1603949" indent="0">
              <a:buNone/>
              <a:defRPr sz="1169"/>
            </a:lvl7pPr>
            <a:lvl8pPr marL="1871274" indent="0">
              <a:buNone/>
              <a:defRPr sz="1169"/>
            </a:lvl8pPr>
            <a:lvl9pPr marL="2138599" indent="0">
              <a:buNone/>
              <a:defRPr sz="116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282" y="2267902"/>
            <a:ext cx="1724450" cy="4201570"/>
          </a:xfrm>
        </p:spPr>
        <p:txBody>
          <a:bodyPr/>
          <a:lstStyle>
            <a:lvl1pPr marL="0" indent="0">
              <a:buNone/>
              <a:defRPr sz="936"/>
            </a:lvl1pPr>
            <a:lvl2pPr marL="267325" indent="0">
              <a:buNone/>
              <a:defRPr sz="819"/>
            </a:lvl2pPr>
            <a:lvl3pPr marL="534650" indent="0">
              <a:buNone/>
              <a:defRPr sz="702"/>
            </a:lvl3pPr>
            <a:lvl4pPr marL="801975" indent="0">
              <a:buNone/>
              <a:defRPr sz="585"/>
            </a:lvl4pPr>
            <a:lvl5pPr marL="1069299" indent="0">
              <a:buNone/>
              <a:defRPr sz="585"/>
            </a:lvl5pPr>
            <a:lvl6pPr marL="1336624" indent="0">
              <a:buNone/>
              <a:defRPr sz="585"/>
            </a:lvl6pPr>
            <a:lvl7pPr marL="1603949" indent="0">
              <a:buNone/>
              <a:defRPr sz="585"/>
            </a:lvl7pPr>
            <a:lvl8pPr marL="1871274" indent="0">
              <a:buNone/>
              <a:defRPr sz="585"/>
            </a:lvl8pPr>
            <a:lvl9pPr marL="2138599" indent="0">
              <a:buNone/>
              <a:defRPr sz="5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02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14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26233" y="402483"/>
            <a:ext cx="115288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7586" y="402483"/>
            <a:ext cx="3391813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1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7586" y="402484"/>
            <a:ext cx="461152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586" y="2012414"/>
            <a:ext cx="461152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7585" y="7006700"/>
            <a:ext cx="120300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EA644-D4DB-443C-ACEC-968F2C81C41C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71095" y="7006700"/>
            <a:ext cx="1804511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6107" y="7006700"/>
            <a:ext cx="120300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06AA1-2BC1-4D3A-9EEB-1249A1EBC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55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4650" rtl="0" eaLnBrk="1" latinLnBrk="0" hangingPunct="1">
        <a:lnSpc>
          <a:spcPct val="90000"/>
        </a:lnSpc>
        <a:spcBef>
          <a:spcPct val="0"/>
        </a:spcBef>
        <a:buNone/>
        <a:defRPr sz="25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662" indent="-133662" algn="l" defTabSz="534650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1637" kern="1200">
          <a:solidFill>
            <a:schemeClr val="tx1"/>
          </a:solidFill>
          <a:latin typeface="+mn-lt"/>
          <a:ea typeface="+mn-ea"/>
          <a:cs typeface="+mn-cs"/>
        </a:defRPr>
      </a:lvl1pPr>
      <a:lvl2pPr marL="400987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403" kern="1200">
          <a:solidFill>
            <a:schemeClr val="tx1"/>
          </a:solidFill>
          <a:latin typeface="+mn-lt"/>
          <a:ea typeface="+mn-ea"/>
          <a:cs typeface="+mn-cs"/>
        </a:defRPr>
      </a:lvl2pPr>
      <a:lvl3pPr marL="668312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935637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4pPr>
      <a:lvl5pPr marL="1202962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5pPr>
      <a:lvl6pPr marL="1470287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6pPr>
      <a:lvl7pPr marL="1737611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7pPr>
      <a:lvl8pPr marL="2004936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8pPr>
      <a:lvl9pPr marL="2272261" indent="-133662" algn="l" defTabSz="534650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1pPr>
      <a:lvl2pPr marL="267325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2pPr>
      <a:lvl3pPr marL="534650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3pPr>
      <a:lvl4pPr marL="801975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4pPr>
      <a:lvl5pPr marL="1069299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5pPr>
      <a:lvl6pPr marL="1336624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6pPr>
      <a:lvl7pPr marL="1603949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7pPr>
      <a:lvl8pPr marL="1871274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8pPr>
      <a:lvl9pPr marL="2138599" algn="l" defTabSz="534650" rtl="0" eaLnBrk="1" latinLnBrk="0" hangingPunct="1">
        <a:defRPr sz="10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F96E31-10BF-9BE0-90DD-55990835DF1C}"/>
              </a:ext>
            </a:extLst>
          </p:cNvPr>
          <p:cNvSpPr/>
          <p:nvPr/>
        </p:nvSpPr>
        <p:spPr>
          <a:xfrm>
            <a:off x="0" y="0"/>
            <a:ext cx="5346700" cy="7559675"/>
          </a:xfrm>
          <a:prstGeom prst="rect">
            <a:avLst/>
          </a:prstGeom>
          <a:solidFill>
            <a:srgbClr val="9EC1EA"/>
          </a:solidFill>
          <a:ln w="41275">
            <a:gradFill>
              <a:gsLst>
                <a:gs pos="40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A8566-FF83-1FA7-5D0F-48C77EC57C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" t="1083" r="53419" b="2356"/>
          <a:stretch/>
        </p:blipFill>
        <p:spPr>
          <a:xfrm>
            <a:off x="100971" y="5717510"/>
            <a:ext cx="5144757" cy="1718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EEFA3-AE1E-F7FB-8F16-FFCFD2E90C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</a:blip>
          <a:srcRect l="9448" r="10299"/>
          <a:stretch/>
        </p:blipFill>
        <p:spPr>
          <a:xfrm>
            <a:off x="1" y="2867603"/>
            <a:ext cx="5346700" cy="2779571"/>
          </a:xfrm>
          <a:prstGeom prst="rect">
            <a:avLst/>
          </a:prstGeom>
          <a:effectLst>
            <a:softEdge rad="889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8D6B0-688A-9A4E-7767-8C14E3DE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027" y="3243215"/>
            <a:ext cx="1620410" cy="203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8FA3A-5DFC-D082-8E42-0D8342F4CDFD}"/>
              </a:ext>
            </a:extLst>
          </p:cNvPr>
          <p:cNvSpPr txBox="1"/>
          <p:nvPr/>
        </p:nvSpPr>
        <p:spPr>
          <a:xfrm>
            <a:off x="100970" y="197898"/>
            <a:ext cx="5144757" cy="2823593"/>
          </a:xfrm>
          <a:prstGeom prst="rect">
            <a:avLst/>
          </a:prstGeom>
          <a:noFill/>
          <a:ln w="1016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Do you suffer from </a:t>
            </a:r>
            <a:r>
              <a:rPr lang="en-GB" sz="2000" b="1" dirty="0">
                <a:solidFill>
                  <a:srgbClr val="C000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stress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sleep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rgbClr val="FF33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heart burn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depression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digestion</a:t>
            </a:r>
            <a:r>
              <a:rPr lang="en-GB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or </a:t>
            </a:r>
            <a:r>
              <a:rPr lang="en-GB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similar health issues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 </a:t>
            </a:r>
          </a:p>
          <a:p>
            <a:pPr algn="l"/>
            <a:endParaRPr lang="en-GB" sz="198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Have you through of trying </a:t>
            </a:r>
            <a:r>
              <a:rPr lang="en-GB" sz="1600" b="1" dirty="0">
                <a:solidFill>
                  <a:srgbClr val="FFFF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reflexology</a:t>
            </a:r>
            <a:r>
              <a:rPr lang="en-GB" sz="16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</a:t>
            </a:r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 – a holistic therapy that’s been practiced for over 5000 years to support people with these types of health problems by promoting relaxation therapy to restore the mind and body’s natural balance</a:t>
            </a:r>
          </a:p>
          <a:p>
            <a:pPr algn="ctr"/>
            <a:endParaRPr lang="en-GB" sz="176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FF8F-DD32-F600-41A8-84838FF27A70}"/>
              </a:ext>
            </a:extLst>
          </p:cNvPr>
          <p:cNvSpPr txBox="1"/>
          <p:nvPr/>
        </p:nvSpPr>
        <p:spPr>
          <a:xfrm>
            <a:off x="-2713055" y="2361363"/>
            <a:ext cx="93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Nuffield</a:t>
            </a:r>
          </a:p>
        </p:txBody>
      </p:sp>
    </p:spTree>
    <p:extLst>
      <p:ext uri="{BB962C8B-B14F-4D97-AF65-F5344CB8AC3E}">
        <p14:creationId xmlns:p14="http://schemas.microsoft.com/office/powerpoint/2010/main" val="152669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F96E31-10BF-9BE0-90DD-55990835DF1C}"/>
              </a:ext>
            </a:extLst>
          </p:cNvPr>
          <p:cNvSpPr/>
          <p:nvPr/>
        </p:nvSpPr>
        <p:spPr>
          <a:xfrm>
            <a:off x="0" y="0"/>
            <a:ext cx="5346700" cy="7559675"/>
          </a:xfrm>
          <a:prstGeom prst="rect">
            <a:avLst/>
          </a:prstGeom>
          <a:solidFill>
            <a:srgbClr val="9EC1EA"/>
          </a:solidFill>
          <a:ln w="41275">
            <a:gradFill>
              <a:gsLst>
                <a:gs pos="40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A8566-FF83-1FA7-5D0F-48C77EC57C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" t="1083" r="53419" b="2356"/>
          <a:stretch/>
        </p:blipFill>
        <p:spPr>
          <a:xfrm>
            <a:off x="100971" y="5717510"/>
            <a:ext cx="5144757" cy="1718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EEFA3-AE1E-F7FB-8F16-FFCFD2E90C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</a:blip>
          <a:srcRect l="9448" r="10299"/>
          <a:stretch/>
        </p:blipFill>
        <p:spPr>
          <a:xfrm>
            <a:off x="1" y="2867603"/>
            <a:ext cx="5346700" cy="2779571"/>
          </a:xfrm>
          <a:prstGeom prst="rect">
            <a:avLst/>
          </a:prstGeom>
          <a:effectLst>
            <a:softEdge rad="889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8D6B0-688A-9A4E-7767-8C14E3DE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027" y="3243215"/>
            <a:ext cx="1620410" cy="203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8FA3A-5DFC-D082-8E42-0D8342F4CDFD}"/>
              </a:ext>
            </a:extLst>
          </p:cNvPr>
          <p:cNvSpPr txBox="1"/>
          <p:nvPr/>
        </p:nvSpPr>
        <p:spPr>
          <a:xfrm>
            <a:off x="100970" y="197898"/>
            <a:ext cx="5144757" cy="2823593"/>
          </a:xfrm>
          <a:prstGeom prst="rect">
            <a:avLst/>
          </a:prstGeom>
          <a:noFill/>
          <a:ln w="1016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Do you suffer from </a:t>
            </a:r>
            <a:r>
              <a:rPr lang="en-GB" sz="2000" b="1" dirty="0">
                <a:solidFill>
                  <a:srgbClr val="C000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stress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sleep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rgbClr val="FF33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heart burn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depression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digestion</a:t>
            </a:r>
            <a:r>
              <a:rPr lang="en-GB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or </a:t>
            </a:r>
            <a:r>
              <a:rPr lang="en-GB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similar health issues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 </a:t>
            </a:r>
          </a:p>
          <a:p>
            <a:pPr algn="l"/>
            <a:endParaRPr lang="en-GB" sz="198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Have you through of trying </a:t>
            </a:r>
            <a:r>
              <a:rPr lang="en-GB" sz="1600" b="1" dirty="0">
                <a:solidFill>
                  <a:srgbClr val="FFFF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reflexology</a:t>
            </a:r>
            <a:r>
              <a:rPr lang="en-GB" sz="16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</a:t>
            </a:r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 – a holistic therapy that’s been practiced for over 5000 years to support people with these types of health problems by promoting relaxation therapy to restore the mind and body’s natural balance</a:t>
            </a:r>
          </a:p>
          <a:p>
            <a:pPr algn="ctr"/>
            <a:endParaRPr lang="en-GB" sz="176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FF8F-DD32-F600-41A8-84838FF27A70}"/>
              </a:ext>
            </a:extLst>
          </p:cNvPr>
          <p:cNvSpPr txBox="1"/>
          <p:nvPr/>
        </p:nvSpPr>
        <p:spPr>
          <a:xfrm>
            <a:off x="-2713055" y="2361363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Sophie</a:t>
            </a:r>
          </a:p>
        </p:txBody>
      </p:sp>
    </p:spTree>
    <p:extLst>
      <p:ext uri="{BB962C8B-B14F-4D97-AF65-F5344CB8AC3E}">
        <p14:creationId xmlns:p14="http://schemas.microsoft.com/office/powerpoint/2010/main" val="1960523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F96E31-10BF-9BE0-90DD-55990835DF1C}"/>
              </a:ext>
            </a:extLst>
          </p:cNvPr>
          <p:cNvSpPr/>
          <p:nvPr/>
        </p:nvSpPr>
        <p:spPr>
          <a:xfrm>
            <a:off x="0" y="0"/>
            <a:ext cx="5346700" cy="7559675"/>
          </a:xfrm>
          <a:prstGeom prst="rect">
            <a:avLst/>
          </a:prstGeom>
          <a:solidFill>
            <a:srgbClr val="9EC1EA"/>
          </a:solidFill>
          <a:ln w="41275">
            <a:gradFill>
              <a:gsLst>
                <a:gs pos="40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A8566-FF83-1FA7-5D0F-48C77EC57C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" t="1083" r="53419" b="2356"/>
          <a:stretch/>
        </p:blipFill>
        <p:spPr>
          <a:xfrm>
            <a:off x="100971" y="5717510"/>
            <a:ext cx="5144757" cy="1718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EEFA3-AE1E-F7FB-8F16-FFCFD2E90C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</a:blip>
          <a:srcRect l="9448" r="10299"/>
          <a:stretch/>
        </p:blipFill>
        <p:spPr>
          <a:xfrm>
            <a:off x="1" y="2867603"/>
            <a:ext cx="5346700" cy="2779571"/>
          </a:xfrm>
          <a:prstGeom prst="rect">
            <a:avLst/>
          </a:prstGeom>
          <a:effectLst>
            <a:softEdge rad="889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8D6B0-688A-9A4E-7767-8C14E3DE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027" y="3243215"/>
            <a:ext cx="1620410" cy="203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8FA3A-5DFC-D082-8E42-0D8342F4CDFD}"/>
              </a:ext>
            </a:extLst>
          </p:cNvPr>
          <p:cNvSpPr txBox="1"/>
          <p:nvPr/>
        </p:nvSpPr>
        <p:spPr>
          <a:xfrm>
            <a:off x="100970" y="197898"/>
            <a:ext cx="5144757" cy="2823593"/>
          </a:xfrm>
          <a:prstGeom prst="rect">
            <a:avLst/>
          </a:prstGeom>
          <a:noFill/>
          <a:ln w="1016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Do you suffer from </a:t>
            </a:r>
            <a:r>
              <a:rPr lang="en-GB" sz="2000" b="1" dirty="0">
                <a:solidFill>
                  <a:srgbClr val="C000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stress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sleep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rgbClr val="FF33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heart burn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depression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digestion</a:t>
            </a:r>
            <a:r>
              <a:rPr lang="en-GB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or </a:t>
            </a:r>
            <a:r>
              <a:rPr lang="en-GB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similar health issues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 </a:t>
            </a:r>
          </a:p>
          <a:p>
            <a:pPr algn="l"/>
            <a:endParaRPr lang="en-GB" sz="198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Have you through of trying </a:t>
            </a:r>
            <a:r>
              <a:rPr lang="en-GB" sz="1600" b="1" dirty="0">
                <a:solidFill>
                  <a:srgbClr val="FFFF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reflexology</a:t>
            </a:r>
            <a:r>
              <a:rPr lang="en-GB" sz="16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</a:t>
            </a:r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 – a holistic therapy that’s been practiced for over 5000 years to support people with these types of health problems by promoting relaxation therapy to restore the mind and body’s natural balance</a:t>
            </a:r>
          </a:p>
          <a:p>
            <a:pPr algn="ctr"/>
            <a:endParaRPr lang="en-GB" sz="176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FF8F-DD32-F600-41A8-84838FF27A70}"/>
              </a:ext>
            </a:extLst>
          </p:cNvPr>
          <p:cNvSpPr txBox="1"/>
          <p:nvPr/>
        </p:nvSpPr>
        <p:spPr>
          <a:xfrm>
            <a:off x="-2713055" y="2361363"/>
            <a:ext cx="167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Cowbridge Gym</a:t>
            </a:r>
          </a:p>
        </p:txBody>
      </p:sp>
    </p:spTree>
    <p:extLst>
      <p:ext uri="{BB962C8B-B14F-4D97-AF65-F5344CB8AC3E}">
        <p14:creationId xmlns:p14="http://schemas.microsoft.com/office/powerpoint/2010/main" val="154567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F96E31-10BF-9BE0-90DD-55990835DF1C}"/>
              </a:ext>
            </a:extLst>
          </p:cNvPr>
          <p:cNvSpPr/>
          <p:nvPr/>
        </p:nvSpPr>
        <p:spPr>
          <a:xfrm>
            <a:off x="0" y="0"/>
            <a:ext cx="5346700" cy="7559675"/>
          </a:xfrm>
          <a:prstGeom prst="rect">
            <a:avLst/>
          </a:prstGeom>
          <a:solidFill>
            <a:srgbClr val="9EC1EA"/>
          </a:solidFill>
          <a:ln w="41275">
            <a:gradFill>
              <a:gsLst>
                <a:gs pos="4000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A8566-FF83-1FA7-5D0F-48C77EC57C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" t="1083" r="53419" b="2356"/>
          <a:stretch/>
        </p:blipFill>
        <p:spPr>
          <a:xfrm>
            <a:off x="100971" y="5717510"/>
            <a:ext cx="5144757" cy="1718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EEFA3-AE1E-F7FB-8F16-FFCFD2E90C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9000"/>
          </a:blip>
          <a:srcRect l="9448" r="10299"/>
          <a:stretch/>
        </p:blipFill>
        <p:spPr>
          <a:xfrm>
            <a:off x="1" y="2867603"/>
            <a:ext cx="5346700" cy="2779571"/>
          </a:xfrm>
          <a:prstGeom prst="rect">
            <a:avLst/>
          </a:prstGeom>
          <a:effectLst>
            <a:softEdge rad="889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28D6B0-688A-9A4E-7767-8C14E3DE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027" y="3243215"/>
            <a:ext cx="1620410" cy="203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98FA3A-5DFC-D082-8E42-0D8342F4CDFD}"/>
              </a:ext>
            </a:extLst>
          </p:cNvPr>
          <p:cNvSpPr txBox="1"/>
          <p:nvPr/>
        </p:nvSpPr>
        <p:spPr>
          <a:xfrm>
            <a:off x="100970" y="197898"/>
            <a:ext cx="5144757" cy="2823593"/>
          </a:xfrm>
          <a:prstGeom prst="rect">
            <a:avLst/>
          </a:prstGeom>
          <a:noFill/>
          <a:ln w="1016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Do you suffer from </a:t>
            </a:r>
            <a:r>
              <a:rPr lang="en-GB" sz="2000" b="1" dirty="0">
                <a:solidFill>
                  <a:srgbClr val="C000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stress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sleep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rgbClr val="FF33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heart burn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depression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000" b="1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digestion</a:t>
            </a:r>
            <a:r>
              <a:rPr lang="en-GB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 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or </a:t>
            </a:r>
            <a:r>
              <a:rPr lang="en-GB" sz="2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similar health issues</a:t>
            </a:r>
            <a:r>
              <a:rPr lang="en-GB" sz="20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 </a:t>
            </a:r>
          </a:p>
          <a:p>
            <a:pPr algn="l"/>
            <a:endParaRPr lang="en-GB" sz="198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Have you through of trying </a:t>
            </a:r>
            <a:r>
              <a:rPr lang="en-GB" sz="1600" b="1" dirty="0">
                <a:solidFill>
                  <a:srgbClr val="FFFF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reflexology</a:t>
            </a:r>
            <a:r>
              <a:rPr lang="en-GB" sz="1600" b="1" dirty="0">
                <a:solidFill>
                  <a:schemeClr val="bg1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</a:t>
            </a:r>
            <a:r>
              <a:rPr lang="en-GB" sz="1600" b="1" dirty="0">
                <a:solidFill>
                  <a:schemeClr val="bg1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 – a holistic therapy that’s been practiced for over 5000 years to support people with these types of health problems by promoting relaxation therapy to restore the mind and body’s natural balance</a:t>
            </a:r>
          </a:p>
          <a:p>
            <a:pPr algn="ctr"/>
            <a:endParaRPr lang="en-GB" sz="1764" b="1" dirty="0">
              <a:solidFill>
                <a:schemeClr val="bg1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DFF8F-DD32-F600-41A8-84838FF27A70}"/>
              </a:ext>
            </a:extLst>
          </p:cNvPr>
          <p:cNvSpPr txBox="1"/>
          <p:nvPr/>
        </p:nvSpPr>
        <p:spPr>
          <a:xfrm>
            <a:off x="-2713055" y="2361363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GP Surgery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024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1001</TotalTime>
  <Words>238</Words>
  <Application>Microsoft Office PowerPoint</Application>
  <PresentationFormat>Custom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Avenir Next LT Pro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Peter (CPU)</dc:creator>
  <cp:lastModifiedBy>Davis, Peter (CPU)</cp:lastModifiedBy>
  <cp:revision>2</cp:revision>
  <cp:lastPrinted>2023-07-21T09:25:06Z</cp:lastPrinted>
  <dcterms:created xsi:type="dcterms:W3CDTF">2023-07-20T18:44:24Z</dcterms:created>
  <dcterms:modified xsi:type="dcterms:W3CDTF">2023-07-21T11:25:36Z</dcterms:modified>
</cp:coreProperties>
</file>