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C9D5-C2FE-37C5-DCFC-AD0EDD277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B0E06-85B3-9F0B-B73B-E20ACE3F9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43160-872E-C8C2-4395-D8B9AD2C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B18D2-E95F-453E-5BCE-FE014AD3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B613-FACC-12DD-00EE-B7A5DB79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5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15A4-6166-8D5F-E955-F212E7BC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FF90-273A-3FF0-B1CC-9DC2264C8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57CA9-BF82-1233-D0F0-EBF43676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B12D5-AE1F-F071-A479-0EB8B5FD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35B30-C2B6-65FB-3F23-39A18B08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14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6EA1-4F62-0611-E407-ED5C2B14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070A1-545A-4BA1-A572-1FD00648A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F23B9-B70A-9ACF-6481-7493C42B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F8B61-479A-9344-5AEA-B15A37A7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94E0-52ED-5321-4674-9C5163D5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94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01DD-8FF5-0CCC-07A1-CFBD68C0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C82E1-55B6-1E09-586C-C62F0C405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F4DD7-D8EB-C3DF-240E-6A27530A6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0F57D-B866-EAEC-3FF1-C5D32872F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8A488-339E-96AD-02C7-FD8F6836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22089-D1E8-80B8-83BF-DA2E95DA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16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9B3E-FE0C-79E8-D0E1-C1C326E0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3ABAA-B35B-7740-CD88-1E5C65D26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FEADB-122E-C35B-FC36-A97A82EF3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04EBB7-CAD6-17BB-9C81-57DE602B8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B906D-17C2-5521-6B4C-D84718D24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3F5584-F2E8-E683-8E43-E864581A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66548D-2283-7C8B-156E-88F1E4B9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8B176-0E6D-73B9-794E-7019C06B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42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38F3-1D1A-D2D9-FD98-124BB310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9A5CF-750A-3D3C-C9A6-F482C887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DEC81-C214-2DF2-B366-B055774F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A165C-1D8C-87AD-16C2-C5BCBE2E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60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56904-5420-E03D-5682-1B6DFECE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0D247-3E46-15B0-48AD-B7444DFE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0E092-1026-B21D-F199-133FC43D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86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D95-7B5E-8A80-DD1E-CE74CAAE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8E543-5DA1-D0B7-3048-9897B491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4F85B-4B02-E4EC-58E5-2100FB94A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F43A4-6914-D433-8E81-DD5A9DDA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7E3FC-5760-1323-BA9E-BC56AEFE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9949E-D6D8-5940-3B89-82AD0975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17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6F73-B1A9-FB3E-D2C2-05466391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6FB49-CD60-FF34-95EF-D46F1A1CE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E4091-A11C-8E40-766B-4EBB251E4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4FB2D-1382-012C-90B4-C9F72E23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6C2F-2B30-8CAE-2AF7-DB7465BE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3B04A-DEEE-F15E-1788-EA7D3808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45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9537-E2B6-7A4B-DB86-AF6DD4F6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CCB39-D069-C25B-A8A6-040BC196B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E1BD5-B8B5-41DF-305E-5A618CB4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ED969-427F-4825-5E47-ACE794EE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9F45B-4939-292F-F7DB-3B6110AF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92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3AC35-9939-0B30-31C7-ACC061C94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BEAE7-9899-EB7B-841E-78737E39D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D1EA-9D11-3236-CFAD-71025F8B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0F585-60A7-A7CA-FB0B-2EEC4D2D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8CF0-2EE5-3F30-DA7A-6A7258A8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59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DDF62C-7DF4-A1FD-1CB5-36CE41EA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6E46D-68B3-26D9-F7B7-E7FFA6C7A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A6E77-1E84-BC5D-719F-83E9C9A88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78924-07C9-4FA3-B8D6-879157B4B2C0}" type="datetimeFigureOut">
              <a:rPr lang="en-GB" smtClean="0"/>
              <a:t>01/12/2023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82DB8-048B-8E8F-713E-925FF88E6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48A51-307C-A6BC-4C71-214BFA97B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57414-ACCE-46BF-919A-B729EFE2F4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52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smiling at camera&#10;&#10;Description automatically generated">
            <a:extLst>
              <a:ext uri="{FF2B5EF4-FFF2-40B4-BE49-F238E27FC236}">
                <a16:creationId xmlns:a16="http://schemas.microsoft.com/office/drawing/2014/main" id="{B8D4CF84-2E8E-A477-9397-C67D7915D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437" y="3195009"/>
            <a:ext cx="2539227" cy="25697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6756EBF-91D2-0860-FA08-62F8E4ABAFA3}"/>
              </a:ext>
            </a:extLst>
          </p:cNvPr>
          <p:cNvGrpSpPr/>
          <p:nvPr/>
        </p:nvGrpSpPr>
        <p:grpSpPr>
          <a:xfrm>
            <a:off x="5482463" y="1315036"/>
            <a:ext cx="6242455" cy="1733016"/>
            <a:chOff x="5539613" y="1708544"/>
            <a:chExt cx="6242455" cy="1733016"/>
          </a:xfrm>
        </p:grpSpPr>
        <p:pic>
          <p:nvPicPr>
            <p:cNvPr id="9" name="Picture 8" descr="A blue text on a white background&#10;&#10;Description automatically generated">
              <a:extLst>
                <a:ext uri="{FF2B5EF4-FFF2-40B4-BE49-F238E27FC236}">
                  <a16:creationId xmlns:a16="http://schemas.microsoft.com/office/drawing/2014/main" id="{D5BB7412-14C8-9F10-66D7-5C8EE6B55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0488" y="1780400"/>
              <a:ext cx="5021580" cy="166116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334AFA-4DEC-3443-28D5-4C6B95C30DAB}"/>
                </a:ext>
              </a:extLst>
            </p:cNvPr>
            <p:cNvSpPr/>
            <p:nvPr/>
          </p:nvSpPr>
          <p:spPr>
            <a:xfrm>
              <a:off x="5539613" y="1708544"/>
              <a:ext cx="2441749" cy="1733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7E03E8F-E947-35F9-D5D6-BB1C676C5160}"/>
                </a:ext>
              </a:extLst>
            </p:cNvPr>
            <p:cNvSpPr/>
            <p:nvPr/>
          </p:nvSpPr>
          <p:spPr>
            <a:xfrm rot="678743">
              <a:off x="7440558" y="1916739"/>
              <a:ext cx="922564" cy="74698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7" name="Picture 6" descr="Close-up of feet in the air&#10;&#10;Description automatically generated">
            <a:extLst>
              <a:ext uri="{FF2B5EF4-FFF2-40B4-BE49-F238E27FC236}">
                <a16:creationId xmlns:a16="http://schemas.microsoft.com/office/drawing/2014/main" id="{61E73BBF-3BA4-EE0D-C9BF-51A0A0A853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7"/>
          <a:stretch/>
        </p:blipFill>
        <p:spPr>
          <a:xfrm>
            <a:off x="110531" y="84617"/>
            <a:ext cx="7204669" cy="668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8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Peter (CPU)</dc:creator>
  <cp:lastModifiedBy>Davis, Peter (CPU)</cp:lastModifiedBy>
  <cp:revision>1</cp:revision>
  <dcterms:created xsi:type="dcterms:W3CDTF">2023-12-01T22:34:18Z</dcterms:created>
  <dcterms:modified xsi:type="dcterms:W3CDTF">2023-12-01T22:52:17Z</dcterms:modified>
</cp:coreProperties>
</file>