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sldIdLst>
    <p:sldId id="258" r:id="rId3"/>
    <p:sldId id="257" r:id="rId4"/>
  </p:sldIdLst>
  <p:sldSz cx="9906000" cy="6858000" type="A4"/>
  <p:notesSz cx="6889750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55B188F-BA77-4F2F-BBA1-F8894FB67CA4}">
          <p14:sldIdLst>
            <p14:sldId id="258"/>
          </p14:sldIdLst>
        </p14:section>
        <p14:section name="Untitled Section" id="{72059CC7-DDEB-4C34-B09D-36C005F30C6A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6C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B20FB3-0065-471D-A1A7-9AB57A02D138}" v="14" dt="2023-07-21T11:12:56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75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6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s, Peter (CPU)" userId="f2525a01-9ad2-4ba1-9afd-4970978e845d" providerId="ADAL" clId="{CDB20FB3-0065-471D-A1A7-9AB57A02D138}"/>
    <pc:docChg chg="undo custSel addSld delSld modSld addSection modSection">
      <pc:chgData name="Davis, Peter (CPU)" userId="f2525a01-9ad2-4ba1-9afd-4970978e845d" providerId="ADAL" clId="{CDB20FB3-0065-471D-A1A7-9AB57A02D138}" dt="2023-07-21T11:57:24.203" v="2395" actId="47"/>
      <pc:docMkLst>
        <pc:docMk/>
      </pc:docMkLst>
      <pc:sldChg chg="addSp delSp modSp del mod">
        <pc:chgData name="Davis, Peter (CPU)" userId="f2525a01-9ad2-4ba1-9afd-4970978e845d" providerId="ADAL" clId="{CDB20FB3-0065-471D-A1A7-9AB57A02D138}" dt="2023-07-21T11:57:24.203" v="2395" actId="47"/>
        <pc:sldMkLst>
          <pc:docMk/>
          <pc:sldMk cId="3788126139" sldId="256"/>
        </pc:sldMkLst>
        <pc:spChg chg="add del mod">
          <ac:chgData name="Davis, Peter (CPU)" userId="f2525a01-9ad2-4ba1-9afd-4970978e845d" providerId="ADAL" clId="{CDB20FB3-0065-471D-A1A7-9AB57A02D138}" dt="2023-07-21T08:17:37.755" v="2326" actId="478"/>
          <ac:spMkLst>
            <pc:docMk/>
            <pc:sldMk cId="3788126139" sldId="256"/>
            <ac:spMk id="6" creationId="{B37EB107-3375-4EF8-D4B1-35A473A14E8A}"/>
          </ac:spMkLst>
        </pc:spChg>
        <pc:spChg chg="del mod">
          <ac:chgData name="Davis, Peter (CPU)" userId="f2525a01-9ad2-4ba1-9afd-4970978e845d" providerId="ADAL" clId="{CDB20FB3-0065-471D-A1A7-9AB57A02D138}" dt="2023-07-21T09:03:41.337" v="2357" actId="478"/>
          <ac:spMkLst>
            <pc:docMk/>
            <pc:sldMk cId="3788126139" sldId="256"/>
            <ac:spMk id="9" creationId="{27D090EA-AD0D-CDAC-FE84-77FAB69572FA}"/>
          </ac:spMkLst>
        </pc:spChg>
        <pc:spChg chg="del mod">
          <ac:chgData name="Davis, Peter (CPU)" userId="f2525a01-9ad2-4ba1-9afd-4970978e845d" providerId="ADAL" clId="{CDB20FB3-0065-471D-A1A7-9AB57A02D138}" dt="2023-07-21T09:03:40.658" v="2356" actId="478"/>
          <ac:spMkLst>
            <pc:docMk/>
            <pc:sldMk cId="3788126139" sldId="256"/>
            <ac:spMk id="10" creationId="{0B672373-716A-ED40-B17E-B9D2C37ABD41}"/>
          </ac:spMkLst>
        </pc:spChg>
        <pc:spChg chg="add mod">
          <ac:chgData name="Davis, Peter (CPU)" userId="f2525a01-9ad2-4ba1-9afd-4970978e845d" providerId="ADAL" clId="{CDB20FB3-0065-471D-A1A7-9AB57A02D138}" dt="2023-07-21T09:09:52.524" v="2374" actId="14100"/>
          <ac:spMkLst>
            <pc:docMk/>
            <pc:sldMk cId="3788126139" sldId="256"/>
            <ac:spMk id="13" creationId="{DD3D6A15-E761-AB0D-7251-7D748FCA07B2}"/>
          </ac:spMkLst>
        </pc:spChg>
        <pc:spChg chg="add del mod">
          <ac:chgData name="Davis, Peter (CPU)" userId="f2525a01-9ad2-4ba1-9afd-4970978e845d" providerId="ADAL" clId="{CDB20FB3-0065-471D-A1A7-9AB57A02D138}" dt="2023-07-21T08:15:30.113" v="2176" actId="478"/>
          <ac:spMkLst>
            <pc:docMk/>
            <pc:sldMk cId="3788126139" sldId="256"/>
            <ac:spMk id="14" creationId="{C0AD752B-3E02-1DC1-8029-3B42EC1AAE96}"/>
          </ac:spMkLst>
        </pc:spChg>
        <pc:spChg chg="add mod">
          <ac:chgData name="Davis, Peter (CPU)" userId="f2525a01-9ad2-4ba1-9afd-4970978e845d" providerId="ADAL" clId="{CDB20FB3-0065-471D-A1A7-9AB57A02D138}" dt="2023-07-21T09:09:52.524" v="2374" actId="14100"/>
          <ac:spMkLst>
            <pc:docMk/>
            <pc:sldMk cId="3788126139" sldId="256"/>
            <ac:spMk id="15" creationId="{D3FE1FF8-2E0A-916E-0FBD-AB0C948F3495}"/>
          </ac:spMkLst>
        </pc:spChg>
        <pc:spChg chg="add mod">
          <ac:chgData name="Davis, Peter (CPU)" userId="f2525a01-9ad2-4ba1-9afd-4970978e845d" providerId="ADAL" clId="{CDB20FB3-0065-471D-A1A7-9AB57A02D138}" dt="2023-07-21T09:09:52.524" v="2374" actId="14100"/>
          <ac:spMkLst>
            <pc:docMk/>
            <pc:sldMk cId="3788126139" sldId="256"/>
            <ac:spMk id="16" creationId="{C92BCB16-66F4-F657-9BFC-F387469485BD}"/>
          </ac:spMkLst>
        </pc:spChg>
        <pc:picChg chg="mod">
          <ac:chgData name="Davis, Peter (CPU)" userId="f2525a01-9ad2-4ba1-9afd-4970978e845d" providerId="ADAL" clId="{CDB20FB3-0065-471D-A1A7-9AB57A02D138}" dt="2023-07-21T09:09:52.524" v="2374" actId="14100"/>
          <ac:picMkLst>
            <pc:docMk/>
            <pc:sldMk cId="3788126139" sldId="256"/>
            <ac:picMk id="5" creationId="{D8689522-AE3A-66E1-4885-C869465D5F06}"/>
          </ac:picMkLst>
        </pc:picChg>
        <pc:picChg chg="del mod">
          <ac:chgData name="Davis, Peter (CPU)" userId="f2525a01-9ad2-4ba1-9afd-4970978e845d" providerId="ADAL" clId="{CDB20FB3-0065-471D-A1A7-9AB57A02D138}" dt="2023-07-21T09:03:42.283" v="2358" actId="478"/>
          <ac:picMkLst>
            <pc:docMk/>
            <pc:sldMk cId="3788126139" sldId="256"/>
            <ac:picMk id="8" creationId="{9B3FCC5B-A376-3097-A299-696F49F85A6A}"/>
          </ac:picMkLst>
        </pc:picChg>
        <pc:picChg chg="add mod">
          <ac:chgData name="Davis, Peter (CPU)" userId="f2525a01-9ad2-4ba1-9afd-4970978e845d" providerId="ADAL" clId="{CDB20FB3-0065-471D-A1A7-9AB57A02D138}" dt="2023-07-21T07:05:46.091" v="1308" actId="1076"/>
          <ac:picMkLst>
            <pc:docMk/>
            <pc:sldMk cId="3788126139" sldId="256"/>
            <ac:picMk id="12" creationId="{54F3A5DF-0942-2E2A-7E3A-1F666EBF9E37}"/>
          </ac:picMkLst>
        </pc:picChg>
        <pc:picChg chg="add mod">
          <ac:chgData name="Davis, Peter (CPU)" userId="f2525a01-9ad2-4ba1-9afd-4970978e845d" providerId="ADAL" clId="{CDB20FB3-0065-471D-A1A7-9AB57A02D138}" dt="2023-07-21T11:13:11.259" v="2394" actId="1076"/>
          <ac:picMkLst>
            <pc:docMk/>
            <pc:sldMk cId="3788126139" sldId="256"/>
            <ac:picMk id="18" creationId="{EFBC725D-A874-71B9-50B4-157E6B72E80B}"/>
          </ac:picMkLst>
        </pc:picChg>
      </pc:sldChg>
      <pc:sldChg chg="addSp delSp modSp new mod">
        <pc:chgData name="Davis, Peter (CPU)" userId="f2525a01-9ad2-4ba1-9afd-4970978e845d" providerId="ADAL" clId="{CDB20FB3-0065-471D-A1A7-9AB57A02D138}" dt="2023-07-21T09:12:53.867" v="2391" actId="1076"/>
        <pc:sldMkLst>
          <pc:docMk/>
          <pc:sldMk cId="1526692250" sldId="257"/>
        </pc:sldMkLst>
        <pc:spChg chg="del">
          <ac:chgData name="Davis, Peter (CPU)" userId="f2525a01-9ad2-4ba1-9afd-4970978e845d" providerId="ADAL" clId="{CDB20FB3-0065-471D-A1A7-9AB57A02D138}" dt="2023-07-21T08:38:37.685" v="2345" actId="478"/>
          <ac:spMkLst>
            <pc:docMk/>
            <pc:sldMk cId="1526692250" sldId="257"/>
            <ac:spMk id="2" creationId="{B0CCB197-BF7C-7EA9-37BC-605280458818}"/>
          </ac:spMkLst>
        </pc:spChg>
        <pc:spChg chg="del">
          <ac:chgData name="Davis, Peter (CPU)" userId="f2525a01-9ad2-4ba1-9afd-4970978e845d" providerId="ADAL" clId="{CDB20FB3-0065-471D-A1A7-9AB57A02D138}" dt="2023-07-21T08:38:36.381" v="2344" actId="478"/>
          <ac:spMkLst>
            <pc:docMk/>
            <pc:sldMk cId="1526692250" sldId="257"/>
            <ac:spMk id="3" creationId="{020A27C9-D745-C10D-F26F-2939FF900447}"/>
          </ac:spMkLst>
        </pc:spChg>
        <pc:picChg chg="add mod modCrop">
          <ac:chgData name="Davis, Peter (CPU)" userId="f2525a01-9ad2-4ba1-9afd-4970978e845d" providerId="ADAL" clId="{CDB20FB3-0065-471D-A1A7-9AB57A02D138}" dt="2023-07-21T09:12:53.867" v="2391" actId="1076"/>
          <ac:picMkLst>
            <pc:docMk/>
            <pc:sldMk cId="1526692250" sldId="257"/>
            <ac:picMk id="3" creationId="{4561CEB6-6A9F-D321-9AB5-65CAE2F98487}"/>
          </ac:picMkLst>
        </pc:picChg>
        <pc:picChg chg="add del mod">
          <ac:chgData name="Davis, Peter (CPU)" userId="f2525a01-9ad2-4ba1-9afd-4970978e845d" providerId="ADAL" clId="{CDB20FB3-0065-471D-A1A7-9AB57A02D138}" dt="2023-07-21T09:11:51.787" v="2380" actId="478"/>
          <ac:picMkLst>
            <pc:docMk/>
            <pc:sldMk cId="1526692250" sldId="257"/>
            <ac:picMk id="4" creationId="{0303CA55-63AD-E6E9-32D6-76677F9F2F2E}"/>
          </ac:picMkLst>
        </pc:picChg>
        <pc:picChg chg="add mod">
          <ac:chgData name="Davis, Peter (CPU)" userId="f2525a01-9ad2-4ba1-9afd-4970978e845d" providerId="ADAL" clId="{CDB20FB3-0065-471D-A1A7-9AB57A02D138}" dt="2023-07-21T09:12:15.676" v="2383" actId="14100"/>
          <ac:picMkLst>
            <pc:docMk/>
            <pc:sldMk cId="1526692250" sldId="257"/>
            <ac:picMk id="6" creationId="{6E82EE5A-BBF0-16CE-4B52-9735D3B915D1}"/>
          </ac:picMkLst>
        </pc:picChg>
      </pc:sldChg>
      <pc:sldChg chg="modSp mod">
        <pc:chgData name="Davis, Peter (CPU)" userId="f2525a01-9ad2-4ba1-9afd-4970978e845d" providerId="ADAL" clId="{CDB20FB3-0065-471D-A1A7-9AB57A02D138}" dt="2023-07-21T11:13:04.893" v="2393" actId="1076"/>
        <pc:sldMkLst>
          <pc:docMk/>
          <pc:sldMk cId="2168476638" sldId="258"/>
        </pc:sldMkLst>
        <pc:picChg chg="mod">
          <ac:chgData name="Davis, Peter (CPU)" userId="f2525a01-9ad2-4ba1-9afd-4970978e845d" providerId="ADAL" clId="{CDB20FB3-0065-471D-A1A7-9AB57A02D138}" dt="2023-07-21T11:13:04.893" v="2393" actId="1076"/>
          <ac:picMkLst>
            <pc:docMk/>
            <pc:sldMk cId="2168476638" sldId="258"/>
            <ac:picMk id="18" creationId="{EFBC725D-A874-71B9-50B4-157E6B72E80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21/07/2023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535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21/07/2023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903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21/07/2023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216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21/07/2023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914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21/07/2023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1817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21/07/2023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681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21/07/2023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4295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21/07/2023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904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21/07/2023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931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21/07/2023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465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21/07/2023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345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2" y="1122363"/>
            <a:ext cx="8420100" cy="2387600"/>
          </a:xfrm>
        </p:spPr>
        <p:txBody>
          <a:bodyPr anchor="b"/>
          <a:lstStyle>
            <a:lvl1pPr algn="ctr">
              <a:defRPr sz="318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2" y="3602039"/>
            <a:ext cx="7429500" cy="1655762"/>
          </a:xfrm>
        </p:spPr>
        <p:txBody>
          <a:bodyPr/>
          <a:lstStyle>
            <a:lvl1pPr marL="0" indent="0" algn="ctr">
              <a:buNone/>
              <a:defRPr sz="1273"/>
            </a:lvl1pPr>
            <a:lvl2pPr marL="242517" indent="0" algn="ctr">
              <a:buNone/>
              <a:defRPr sz="1061"/>
            </a:lvl2pPr>
            <a:lvl3pPr marL="485034" indent="0" algn="ctr">
              <a:buNone/>
              <a:defRPr sz="954"/>
            </a:lvl3pPr>
            <a:lvl4pPr marL="727552" indent="0" algn="ctr">
              <a:buNone/>
              <a:defRPr sz="849"/>
            </a:lvl4pPr>
            <a:lvl5pPr marL="970068" indent="0" algn="ctr">
              <a:buNone/>
              <a:defRPr sz="849"/>
            </a:lvl5pPr>
            <a:lvl6pPr marL="1212585" indent="0" algn="ctr">
              <a:buNone/>
              <a:defRPr sz="849"/>
            </a:lvl6pPr>
            <a:lvl7pPr marL="1455103" indent="0" algn="ctr">
              <a:buNone/>
              <a:defRPr sz="849"/>
            </a:lvl7pPr>
            <a:lvl8pPr marL="1697620" indent="0" algn="ctr">
              <a:buNone/>
              <a:defRPr sz="849"/>
            </a:lvl8pPr>
            <a:lvl9pPr marL="1940137" indent="0" algn="ctr">
              <a:buNone/>
              <a:defRPr sz="84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3950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292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39"/>
            <a:ext cx="8543925" cy="2852737"/>
          </a:xfrm>
        </p:spPr>
        <p:txBody>
          <a:bodyPr anchor="b"/>
          <a:lstStyle>
            <a:lvl1pPr>
              <a:defRPr sz="318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1273">
                <a:solidFill>
                  <a:schemeClr val="tx1"/>
                </a:solidFill>
              </a:defRPr>
            </a:lvl1pPr>
            <a:lvl2pPr marL="242517" indent="0">
              <a:buNone/>
              <a:defRPr sz="1061">
                <a:solidFill>
                  <a:schemeClr val="tx1">
                    <a:tint val="75000"/>
                  </a:schemeClr>
                </a:solidFill>
              </a:defRPr>
            </a:lvl2pPr>
            <a:lvl3pPr marL="485034" indent="0">
              <a:buNone/>
              <a:defRPr sz="954">
                <a:solidFill>
                  <a:schemeClr val="tx1">
                    <a:tint val="75000"/>
                  </a:schemeClr>
                </a:solidFill>
              </a:defRPr>
            </a:lvl3pPr>
            <a:lvl4pPr marL="727552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4pPr>
            <a:lvl5pPr marL="970068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5pPr>
            <a:lvl6pPr marL="1212585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6pPr>
            <a:lvl7pPr marL="1455103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7pPr>
            <a:lvl8pPr marL="1697620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8pPr>
            <a:lvl9pPr marL="1940137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5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6" y="1825625"/>
            <a:ext cx="42100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789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30" y="1681163"/>
            <a:ext cx="4190701" cy="823912"/>
          </a:xfrm>
        </p:spPr>
        <p:txBody>
          <a:bodyPr anchor="b"/>
          <a:lstStyle>
            <a:lvl1pPr marL="0" indent="0">
              <a:buNone/>
              <a:defRPr sz="1273" b="1"/>
            </a:lvl1pPr>
            <a:lvl2pPr marL="242517" indent="0">
              <a:buNone/>
              <a:defRPr sz="1061" b="1"/>
            </a:lvl2pPr>
            <a:lvl3pPr marL="485034" indent="0">
              <a:buNone/>
              <a:defRPr sz="954" b="1"/>
            </a:lvl3pPr>
            <a:lvl4pPr marL="727552" indent="0">
              <a:buNone/>
              <a:defRPr sz="849" b="1"/>
            </a:lvl4pPr>
            <a:lvl5pPr marL="970068" indent="0">
              <a:buNone/>
              <a:defRPr sz="849" b="1"/>
            </a:lvl5pPr>
            <a:lvl6pPr marL="1212585" indent="0">
              <a:buNone/>
              <a:defRPr sz="849" b="1"/>
            </a:lvl6pPr>
            <a:lvl7pPr marL="1455103" indent="0">
              <a:buNone/>
              <a:defRPr sz="849" b="1"/>
            </a:lvl7pPr>
            <a:lvl8pPr marL="1697620" indent="0">
              <a:buNone/>
              <a:defRPr sz="849" b="1"/>
            </a:lvl8pPr>
            <a:lvl9pPr marL="1940137" indent="0">
              <a:buNone/>
              <a:defRPr sz="8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30" y="2505075"/>
            <a:ext cx="419070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273" b="1"/>
            </a:lvl1pPr>
            <a:lvl2pPr marL="242517" indent="0">
              <a:buNone/>
              <a:defRPr sz="1061" b="1"/>
            </a:lvl2pPr>
            <a:lvl3pPr marL="485034" indent="0">
              <a:buNone/>
              <a:defRPr sz="954" b="1"/>
            </a:lvl3pPr>
            <a:lvl4pPr marL="727552" indent="0">
              <a:buNone/>
              <a:defRPr sz="849" b="1"/>
            </a:lvl4pPr>
            <a:lvl5pPr marL="970068" indent="0">
              <a:buNone/>
              <a:defRPr sz="849" b="1"/>
            </a:lvl5pPr>
            <a:lvl6pPr marL="1212585" indent="0">
              <a:buNone/>
              <a:defRPr sz="849" b="1"/>
            </a:lvl6pPr>
            <a:lvl7pPr marL="1455103" indent="0">
              <a:buNone/>
              <a:defRPr sz="849" b="1"/>
            </a:lvl7pPr>
            <a:lvl8pPr marL="1697620" indent="0">
              <a:buNone/>
              <a:defRPr sz="849" b="1"/>
            </a:lvl8pPr>
            <a:lvl9pPr marL="1940137" indent="0">
              <a:buNone/>
              <a:defRPr sz="8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781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3810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892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16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1" y="987427"/>
            <a:ext cx="5014913" cy="4873625"/>
          </a:xfrm>
        </p:spPr>
        <p:txBody>
          <a:bodyPr/>
          <a:lstStyle>
            <a:lvl1pPr>
              <a:defRPr sz="1697"/>
            </a:lvl1pPr>
            <a:lvl2pPr>
              <a:defRPr sz="1485"/>
            </a:lvl2pPr>
            <a:lvl3pPr>
              <a:defRPr sz="1273"/>
            </a:lvl3pPr>
            <a:lvl4pPr>
              <a:defRPr sz="1061"/>
            </a:lvl4pPr>
            <a:lvl5pPr>
              <a:defRPr sz="1061"/>
            </a:lvl5pPr>
            <a:lvl6pPr>
              <a:defRPr sz="1061"/>
            </a:lvl6pPr>
            <a:lvl7pPr>
              <a:defRPr sz="1061"/>
            </a:lvl7pPr>
            <a:lvl8pPr>
              <a:defRPr sz="1061"/>
            </a:lvl8pPr>
            <a:lvl9pPr>
              <a:defRPr sz="10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849"/>
            </a:lvl1pPr>
            <a:lvl2pPr marL="242517" indent="0">
              <a:buNone/>
              <a:defRPr sz="743"/>
            </a:lvl2pPr>
            <a:lvl3pPr marL="485034" indent="0">
              <a:buNone/>
              <a:defRPr sz="637"/>
            </a:lvl3pPr>
            <a:lvl4pPr marL="727552" indent="0">
              <a:buNone/>
              <a:defRPr sz="531"/>
            </a:lvl4pPr>
            <a:lvl5pPr marL="970068" indent="0">
              <a:buNone/>
              <a:defRPr sz="531"/>
            </a:lvl5pPr>
            <a:lvl6pPr marL="1212585" indent="0">
              <a:buNone/>
              <a:defRPr sz="531"/>
            </a:lvl6pPr>
            <a:lvl7pPr marL="1455103" indent="0">
              <a:buNone/>
              <a:defRPr sz="531"/>
            </a:lvl7pPr>
            <a:lvl8pPr marL="1697620" indent="0">
              <a:buNone/>
              <a:defRPr sz="531"/>
            </a:lvl8pPr>
            <a:lvl9pPr marL="1940137" indent="0">
              <a:buNone/>
              <a:defRPr sz="53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4427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16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1" y="987427"/>
            <a:ext cx="5014913" cy="4873625"/>
          </a:xfrm>
        </p:spPr>
        <p:txBody>
          <a:bodyPr anchor="t"/>
          <a:lstStyle>
            <a:lvl1pPr marL="0" indent="0">
              <a:buNone/>
              <a:defRPr sz="1697"/>
            </a:lvl1pPr>
            <a:lvl2pPr marL="242517" indent="0">
              <a:buNone/>
              <a:defRPr sz="1485"/>
            </a:lvl2pPr>
            <a:lvl3pPr marL="485034" indent="0">
              <a:buNone/>
              <a:defRPr sz="1273"/>
            </a:lvl3pPr>
            <a:lvl4pPr marL="727552" indent="0">
              <a:buNone/>
              <a:defRPr sz="1061"/>
            </a:lvl4pPr>
            <a:lvl5pPr marL="970068" indent="0">
              <a:buNone/>
              <a:defRPr sz="1061"/>
            </a:lvl5pPr>
            <a:lvl6pPr marL="1212585" indent="0">
              <a:buNone/>
              <a:defRPr sz="1061"/>
            </a:lvl6pPr>
            <a:lvl7pPr marL="1455103" indent="0">
              <a:buNone/>
              <a:defRPr sz="1061"/>
            </a:lvl7pPr>
            <a:lvl8pPr marL="1697620" indent="0">
              <a:buNone/>
              <a:defRPr sz="1061"/>
            </a:lvl8pPr>
            <a:lvl9pPr marL="1940137" indent="0">
              <a:buNone/>
              <a:defRPr sz="106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849"/>
            </a:lvl1pPr>
            <a:lvl2pPr marL="242517" indent="0">
              <a:buNone/>
              <a:defRPr sz="743"/>
            </a:lvl2pPr>
            <a:lvl3pPr marL="485034" indent="0">
              <a:buNone/>
              <a:defRPr sz="637"/>
            </a:lvl3pPr>
            <a:lvl4pPr marL="727552" indent="0">
              <a:buNone/>
              <a:defRPr sz="531"/>
            </a:lvl4pPr>
            <a:lvl5pPr marL="970068" indent="0">
              <a:buNone/>
              <a:defRPr sz="531"/>
            </a:lvl5pPr>
            <a:lvl6pPr marL="1212585" indent="0">
              <a:buNone/>
              <a:defRPr sz="531"/>
            </a:lvl6pPr>
            <a:lvl7pPr marL="1455103" indent="0">
              <a:buNone/>
              <a:defRPr sz="531"/>
            </a:lvl7pPr>
            <a:lvl8pPr marL="1697620" indent="0">
              <a:buNone/>
              <a:defRPr sz="531"/>
            </a:lvl8pPr>
            <a:lvl9pPr marL="1940137" indent="0">
              <a:buNone/>
              <a:defRPr sz="53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6018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3213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3" y="365126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365126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4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EA644-D4DB-443C-ACEC-968F2C81C41C}" type="datetimeFigureOut">
              <a:rPr lang="en-GB" smtClean="0"/>
              <a:t>21/07/2023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82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9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9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6" y="6356352"/>
            <a:ext cx="22288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4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19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5034" rtl="0" eaLnBrk="1" latinLnBrk="0" hangingPunct="1">
        <a:lnSpc>
          <a:spcPct val="90000"/>
        </a:lnSpc>
        <a:spcBef>
          <a:spcPct val="0"/>
        </a:spcBef>
        <a:buNone/>
        <a:defRPr sz="23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258" indent="-121258" algn="l" defTabSz="485034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63775" indent="-121258" algn="l" defTabSz="485034" rtl="0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1273" kern="1200">
          <a:solidFill>
            <a:schemeClr val="tx1"/>
          </a:solidFill>
          <a:latin typeface="+mn-lt"/>
          <a:ea typeface="+mn-ea"/>
          <a:cs typeface="+mn-cs"/>
        </a:defRPr>
      </a:lvl2pPr>
      <a:lvl3pPr marL="606293" indent="-121258" algn="l" defTabSz="485034" rtl="0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1061" kern="1200">
          <a:solidFill>
            <a:schemeClr val="tx1"/>
          </a:solidFill>
          <a:latin typeface="+mn-lt"/>
          <a:ea typeface="+mn-ea"/>
          <a:cs typeface="+mn-cs"/>
        </a:defRPr>
      </a:lvl3pPr>
      <a:lvl4pPr marL="848810" indent="-121258" algn="l" defTabSz="485034" rtl="0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954" kern="1200">
          <a:solidFill>
            <a:schemeClr val="tx1"/>
          </a:solidFill>
          <a:latin typeface="+mn-lt"/>
          <a:ea typeface="+mn-ea"/>
          <a:cs typeface="+mn-cs"/>
        </a:defRPr>
      </a:lvl4pPr>
      <a:lvl5pPr marL="1091327" indent="-121258" algn="l" defTabSz="485034" rtl="0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954" kern="1200">
          <a:solidFill>
            <a:schemeClr val="tx1"/>
          </a:solidFill>
          <a:latin typeface="+mn-lt"/>
          <a:ea typeface="+mn-ea"/>
          <a:cs typeface="+mn-cs"/>
        </a:defRPr>
      </a:lvl5pPr>
      <a:lvl6pPr marL="1333844" indent="-121258" algn="l" defTabSz="485034" rtl="0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954" kern="1200">
          <a:solidFill>
            <a:schemeClr val="tx1"/>
          </a:solidFill>
          <a:latin typeface="+mn-lt"/>
          <a:ea typeface="+mn-ea"/>
          <a:cs typeface="+mn-cs"/>
        </a:defRPr>
      </a:lvl6pPr>
      <a:lvl7pPr marL="1576361" indent="-121258" algn="l" defTabSz="485034" rtl="0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954" kern="1200">
          <a:solidFill>
            <a:schemeClr val="tx1"/>
          </a:solidFill>
          <a:latin typeface="+mn-lt"/>
          <a:ea typeface="+mn-ea"/>
          <a:cs typeface="+mn-cs"/>
        </a:defRPr>
      </a:lvl7pPr>
      <a:lvl8pPr marL="1818878" indent="-121258" algn="l" defTabSz="485034" rtl="0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954" kern="1200">
          <a:solidFill>
            <a:schemeClr val="tx1"/>
          </a:solidFill>
          <a:latin typeface="+mn-lt"/>
          <a:ea typeface="+mn-ea"/>
          <a:cs typeface="+mn-cs"/>
        </a:defRPr>
      </a:lvl8pPr>
      <a:lvl9pPr marL="2061395" indent="-121258" algn="l" defTabSz="485034" rtl="0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9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5034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1pPr>
      <a:lvl2pPr marL="242517" algn="l" defTabSz="485034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2pPr>
      <a:lvl3pPr marL="485034" algn="l" defTabSz="485034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3pPr>
      <a:lvl4pPr marL="727552" algn="l" defTabSz="485034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4pPr>
      <a:lvl5pPr marL="970068" algn="l" defTabSz="485034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5pPr>
      <a:lvl6pPr marL="1212585" algn="l" defTabSz="485034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6pPr>
      <a:lvl7pPr marL="1455103" algn="l" defTabSz="485034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7pPr>
      <a:lvl8pPr marL="1697620" algn="l" defTabSz="485034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8pPr>
      <a:lvl9pPr marL="1940137" algn="l" defTabSz="485034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5AC06-9024-5F91-0B46-F140D201F1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C8506-5980-61C4-7360-34A9E8EA14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 descr="A close-up of feet in the air&#10;&#10;Description automatically generated">
            <a:extLst>
              <a:ext uri="{FF2B5EF4-FFF2-40B4-BE49-F238E27FC236}">
                <a16:creationId xmlns:a16="http://schemas.microsoft.com/office/drawing/2014/main" id="{D8689522-AE3A-66E1-4885-C869465D5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3000" y="0"/>
            <a:ext cx="12192000" cy="6858000"/>
          </a:xfrm>
          <a:prstGeom prst="rect">
            <a:avLst/>
          </a:prstGeom>
        </p:spPr>
      </p:pic>
      <p:pic>
        <p:nvPicPr>
          <p:cNvPr id="12" name="Picture 11" descr="A person smiling at camera&#10;&#10;Description automatically generated">
            <a:extLst>
              <a:ext uri="{FF2B5EF4-FFF2-40B4-BE49-F238E27FC236}">
                <a16:creationId xmlns:a16="http://schemas.microsoft.com/office/drawing/2014/main" id="{54F3A5DF-0942-2E2A-7E3A-1F666EBF9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1003" y="2432468"/>
            <a:ext cx="1710814" cy="1731410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3D6A15-E761-AB0D-7251-7D748FCA07B2}"/>
              </a:ext>
            </a:extLst>
          </p:cNvPr>
          <p:cNvSpPr txBox="1"/>
          <p:nvPr/>
        </p:nvSpPr>
        <p:spPr>
          <a:xfrm>
            <a:off x="4036063" y="2448650"/>
            <a:ext cx="5035436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4772">
              <a:spcBef>
                <a:spcPts val="600"/>
              </a:spcBef>
            </a:pPr>
            <a:r>
              <a:rPr lang="en-GB" sz="1600" dirty="0">
                <a:solidFill>
                  <a:prstClr val="white"/>
                </a:solidFill>
                <a:latin typeface="Avenir Next LT Pro Demi" panose="020B0704020202020204" pitchFamily="34" charset="0"/>
              </a:rPr>
              <a:t>My name is Kim, and I treat &amp; improve how patients feel with Reflexology in the Vale of Glamorgan. </a:t>
            </a:r>
          </a:p>
          <a:p>
            <a:pPr marL="285752" indent="-285752" defTabSz="41477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prstClr val="white"/>
                </a:solidFill>
                <a:latin typeface="Avenir Next LT Pro Demi" panose="020B0704020202020204" pitchFamily="34" charset="0"/>
              </a:rPr>
              <a:t>Level 5 </a:t>
            </a:r>
            <a:r>
              <a:rPr lang="en-GB" sz="1600" dirty="0" err="1">
                <a:solidFill>
                  <a:prstClr val="white"/>
                </a:solidFill>
                <a:latin typeface="Avenir Next LT Pro Demi" panose="020B0704020202020204" pitchFamily="34" charset="0"/>
              </a:rPr>
              <a:t>Duopody</a:t>
            </a:r>
            <a:r>
              <a:rPr lang="en-GB" sz="1600" dirty="0">
                <a:solidFill>
                  <a:prstClr val="white"/>
                </a:solidFill>
                <a:latin typeface="Avenir Next LT Pro Demi" panose="020B0704020202020204" pitchFamily="34" charset="0"/>
              </a:rPr>
              <a:t> Reflexology diploma qualified</a:t>
            </a:r>
          </a:p>
          <a:p>
            <a:pPr marL="285752" indent="-285752" defTabSz="41477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prstClr val="white"/>
                </a:solidFill>
                <a:latin typeface="Avenir Next LT Pro Demi" panose="020B0704020202020204" pitchFamily="34" charset="0"/>
              </a:rPr>
              <a:t>Degree qualified in human biology</a:t>
            </a:r>
          </a:p>
          <a:p>
            <a:pPr marL="285752" indent="-285752" defTabSz="41477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prstClr val="white"/>
                </a:solidFill>
                <a:latin typeface="Avenir Next LT Pro Demi" panose="020B0704020202020204" pitchFamily="34" charset="0"/>
              </a:rPr>
              <a:t>20 years working with medicines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FE1FF8-2E0A-916E-0FBD-AB0C948F3495}"/>
              </a:ext>
            </a:extLst>
          </p:cNvPr>
          <p:cNvSpPr txBox="1"/>
          <p:nvPr/>
        </p:nvSpPr>
        <p:spPr>
          <a:xfrm>
            <a:off x="3419168" y="4275262"/>
            <a:ext cx="7205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4772"/>
            <a:r>
              <a:rPr lang="en-GB" sz="1600" dirty="0">
                <a:solidFill>
                  <a:prstClr val="white"/>
                </a:solidFill>
                <a:latin typeface="Avenir Next LT Pro Demi" panose="020B0704020202020204" pitchFamily="34" charset="0"/>
              </a:rPr>
              <a:t>I offer holistic reflexology therapy and support for both Adults and Children in and around Cardiff, Bridgend, and the Vale</a:t>
            </a:r>
            <a:endParaRPr lang="en-GB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2BCB16-66F4-F657-9BFC-F387469485BD}"/>
              </a:ext>
            </a:extLst>
          </p:cNvPr>
          <p:cNvSpPr txBox="1"/>
          <p:nvPr/>
        </p:nvSpPr>
        <p:spPr>
          <a:xfrm>
            <a:off x="2797405" y="339071"/>
            <a:ext cx="8064784" cy="2092881"/>
          </a:xfrm>
          <a:prstGeom prst="rect">
            <a:avLst/>
          </a:prstGeom>
          <a:noFill/>
          <a:ln w="101600">
            <a:noFill/>
          </a:ln>
        </p:spPr>
        <p:txBody>
          <a:bodyPr wrap="square" rtlCol="0">
            <a:spAutoFit/>
          </a:bodyPr>
          <a:lstStyle/>
          <a:p>
            <a:pPr defTabSz="414772"/>
            <a:r>
              <a:rPr lang="en-GB" sz="2400" b="1" dirty="0">
                <a:solidFill>
                  <a:prstClr val="white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Do you suffer from </a:t>
            </a:r>
            <a:r>
              <a:rPr lang="en-GB" sz="2400" b="1" dirty="0">
                <a:solidFill>
                  <a:srgbClr val="C000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stress</a:t>
            </a:r>
            <a:r>
              <a:rPr lang="en-GB" sz="2400" b="1" dirty="0">
                <a:solidFill>
                  <a:prstClr val="white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400" b="1" dirty="0">
                <a:solidFill>
                  <a:srgbClr val="5B9BD5">
                    <a:lumMod val="40000"/>
                    <a:lumOff val="60000"/>
                  </a:srgb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sleep</a:t>
            </a:r>
            <a:r>
              <a:rPr lang="en-GB" sz="2400" b="1" dirty="0">
                <a:solidFill>
                  <a:prstClr val="white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400" b="1" dirty="0">
                <a:solidFill>
                  <a:srgbClr val="FF33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heart burn</a:t>
            </a:r>
            <a:r>
              <a:rPr lang="en-GB" sz="2400" b="1" dirty="0">
                <a:solidFill>
                  <a:prstClr val="white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400" b="1" dirty="0">
                <a:solidFill>
                  <a:srgbClr val="E7E6E6">
                    <a:lumMod val="90000"/>
                  </a:srgb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depression</a:t>
            </a:r>
            <a:r>
              <a:rPr lang="en-GB" sz="2400" b="1" dirty="0">
                <a:solidFill>
                  <a:prstClr val="white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400" b="1" dirty="0">
                <a:solidFill>
                  <a:srgbClr val="ED7D31">
                    <a:lumMod val="60000"/>
                    <a:lumOff val="40000"/>
                  </a:srgb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digestion </a:t>
            </a:r>
            <a:r>
              <a:rPr lang="en-GB" sz="2400" b="1" dirty="0">
                <a:solidFill>
                  <a:prstClr val="white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or </a:t>
            </a:r>
            <a:r>
              <a:rPr lang="en-GB" sz="2400" b="1" dirty="0">
                <a:solidFill>
                  <a:srgbClr val="70AD47">
                    <a:lumMod val="40000"/>
                    <a:lumOff val="60000"/>
                  </a:srgb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similar health issues</a:t>
            </a:r>
            <a:r>
              <a:rPr lang="en-GB" sz="2400" b="1" dirty="0">
                <a:solidFill>
                  <a:prstClr val="white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? </a:t>
            </a:r>
          </a:p>
          <a:p>
            <a:pPr defTabSz="414772"/>
            <a:endParaRPr lang="en-GB" b="1" dirty="0">
              <a:solidFill>
                <a:prstClr val="white"/>
              </a:solidFill>
              <a:latin typeface="Avenir Next LT Pro Demi" panose="020F0502020204030204" pitchFamily="34" charset="0"/>
              <a:ea typeface="Meiryo" panose="020B0604030504040204" pitchFamily="34" charset="-128"/>
            </a:endParaRPr>
          </a:p>
          <a:p>
            <a:pPr algn="ctr" defTabSz="414772"/>
            <a:r>
              <a:rPr lang="en-GB" sz="1600" b="1" dirty="0">
                <a:solidFill>
                  <a:prstClr val="white"/>
                </a:solidFill>
                <a:latin typeface="Avenir Next LT Pro Demi" panose="020F0502020204030204" pitchFamily="34" charset="0"/>
                <a:ea typeface="Meiryo" panose="020B0604030504040204" pitchFamily="34" charset="-128"/>
              </a:rPr>
              <a:t>Have you through of trying </a:t>
            </a:r>
            <a:r>
              <a:rPr lang="en-GB" sz="1600" b="1" dirty="0">
                <a:solidFill>
                  <a:srgbClr val="FFFF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reflexology</a:t>
            </a:r>
            <a:r>
              <a:rPr lang="en-GB" sz="1600" b="1" dirty="0">
                <a:solidFill>
                  <a:prstClr val="white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?</a:t>
            </a:r>
            <a:r>
              <a:rPr lang="en-GB" sz="1600" b="1" dirty="0">
                <a:solidFill>
                  <a:prstClr val="white"/>
                </a:solidFill>
                <a:latin typeface="Avenir Next LT Pro Demi" panose="020F0502020204030204" pitchFamily="34" charset="0"/>
                <a:ea typeface="Meiryo" panose="020B0604030504040204" pitchFamily="34" charset="-128"/>
              </a:rPr>
              <a:t> – a holistic therapy that’s been practiced for over 5000 years to support people with these types of health problems by promoting relaxation therapy to restore the mind and body’s natural balance</a:t>
            </a:r>
          </a:p>
          <a:p>
            <a:pPr algn="ctr" defTabSz="414772"/>
            <a:endParaRPr lang="en-GB" sz="1600" b="1" dirty="0">
              <a:solidFill>
                <a:prstClr val="white"/>
              </a:solidFill>
              <a:latin typeface="Avenir Next LT Pro Demi" panose="020F0502020204030204" pitchFamily="34" charset="0"/>
              <a:ea typeface="Meiryo" panose="020B0604030504040204" pitchFamily="34" charset="-128"/>
            </a:endParaRPr>
          </a:p>
        </p:txBody>
      </p:sp>
      <p:pic>
        <p:nvPicPr>
          <p:cNvPr id="18" name="Picture 17" descr="A phone screen shot of a phone&#10;&#10;Description automatically generated">
            <a:extLst>
              <a:ext uri="{FF2B5EF4-FFF2-40B4-BE49-F238E27FC236}">
                <a16:creationId xmlns:a16="http://schemas.microsoft.com/office/drawing/2014/main" id="{EFBC725D-A874-71B9-50B4-157E6B72E8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9631" y="311868"/>
            <a:ext cx="1602579" cy="200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476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61CEB6-6A9F-D321-9AB5-65CAE2F984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3" t="2800" r="2062" b="2356"/>
          <a:stretch/>
        </p:blipFill>
        <p:spPr>
          <a:xfrm>
            <a:off x="129540" y="5294376"/>
            <a:ext cx="9646920" cy="14721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82EE5A-BBF0-16CE-4B52-9735D3B91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9441"/>
            <a:ext cx="4608576" cy="188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692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1030</TotalTime>
  <Words>117</Words>
  <Application>Microsoft Office PowerPoint</Application>
  <PresentationFormat>A4 Paper (210x297 mm)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</vt:lpstr>
      <vt:lpstr>Avenir Next LT Pro Demi</vt:lpstr>
      <vt:lpstr>Calibri</vt:lpstr>
      <vt:lpstr>Calibri Light</vt:lpstr>
      <vt:lpstr>Office Theme</vt:lpstr>
      <vt:lpstr>1_Office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Davis, Peter (CPU)</dc:creator>
  <cp:lastModifiedBy>Davis, Peter (CPU)</cp:lastModifiedBy>
  <cp:revision>1</cp:revision>
  <cp:lastPrinted>2023-07-21T08:24:01Z</cp:lastPrinted>
  <dcterms:created xsi:type="dcterms:W3CDTF">2023-07-20T18:44:24Z</dcterms:created>
  <dcterms:modified xsi:type="dcterms:W3CDTF">2023-07-21T11:57:35Z</dcterms:modified>
</cp:coreProperties>
</file>