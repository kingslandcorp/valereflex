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8E787AD-1424-4FB7-95A4-3DF776508525}" v="42" dt="2024-06-25T16:11:39.2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18" autoAdjust="0"/>
    <p:restoredTop sz="94660"/>
  </p:normalViewPr>
  <p:slideViewPr>
    <p:cSldViewPr snapToGrid="0">
      <p:cViewPr varScale="1">
        <p:scale>
          <a:sx n="74" d="100"/>
          <a:sy n="74" d="100"/>
        </p:scale>
        <p:origin x="91" y="57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is, Peter (CPU)" userId="f2525a01-9ad2-4ba1-9afd-4970978e845d" providerId="ADAL" clId="{38E787AD-1424-4FB7-95A4-3DF776508525}"/>
    <pc:docChg chg="undo custSel modSld">
      <pc:chgData name="Davis, Peter (CPU)" userId="f2525a01-9ad2-4ba1-9afd-4970978e845d" providerId="ADAL" clId="{38E787AD-1424-4FB7-95A4-3DF776508525}" dt="2024-06-25T16:12:27.978" v="84" actId="26606"/>
      <pc:docMkLst>
        <pc:docMk/>
      </pc:docMkLst>
      <pc:sldChg chg="modSp mod">
        <pc:chgData name="Davis, Peter (CPU)" userId="f2525a01-9ad2-4ba1-9afd-4970978e845d" providerId="ADAL" clId="{38E787AD-1424-4FB7-95A4-3DF776508525}" dt="2024-06-25T16:08:06.543" v="1" actId="1076"/>
        <pc:sldMkLst>
          <pc:docMk/>
          <pc:sldMk cId="2168476638" sldId="258"/>
        </pc:sldMkLst>
        <pc:picChg chg="mod">
          <ac:chgData name="Davis, Peter (CPU)" userId="f2525a01-9ad2-4ba1-9afd-4970978e845d" providerId="ADAL" clId="{38E787AD-1424-4FB7-95A4-3DF776508525}" dt="2024-06-25T16:08:06.543" v="1" actId="1076"/>
          <ac:picMkLst>
            <pc:docMk/>
            <pc:sldMk cId="2168476638" sldId="258"/>
            <ac:picMk id="5" creationId="{D8689522-AE3A-66E1-4885-C869465D5F06}"/>
          </ac:picMkLst>
        </pc:picChg>
      </pc:sldChg>
      <pc:sldChg chg="addSp delSp modSp mod setBg">
        <pc:chgData name="Davis, Peter (CPU)" userId="f2525a01-9ad2-4ba1-9afd-4970978e845d" providerId="ADAL" clId="{38E787AD-1424-4FB7-95A4-3DF776508525}" dt="2024-06-25T16:12:27.978" v="84" actId="26606"/>
        <pc:sldMkLst>
          <pc:docMk/>
          <pc:sldMk cId="3509293127" sldId="260"/>
        </pc:sldMkLst>
        <pc:spChg chg="mod">
          <ac:chgData name="Davis, Peter (CPU)" userId="f2525a01-9ad2-4ba1-9afd-4970978e845d" providerId="ADAL" clId="{38E787AD-1424-4FB7-95A4-3DF776508525}" dt="2024-06-25T16:11:23.893" v="57" actId="1076"/>
          <ac:spMkLst>
            <pc:docMk/>
            <pc:sldMk cId="3509293127" sldId="260"/>
            <ac:spMk id="2" creationId="{3A49DCAC-F94D-3732-4372-047C1CBC40F1}"/>
          </ac:spMkLst>
        </pc:spChg>
        <pc:spChg chg="mod">
          <ac:chgData name="Davis, Peter (CPU)" userId="f2525a01-9ad2-4ba1-9afd-4970978e845d" providerId="ADAL" clId="{38E787AD-1424-4FB7-95A4-3DF776508525}" dt="2024-06-25T16:11:23.893" v="57" actId="1076"/>
          <ac:spMkLst>
            <pc:docMk/>
            <pc:sldMk cId="3509293127" sldId="260"/>
            <ac:spMk id="3" creationId="{00000000-0000-0000-0000-000000000000}"/>
          </ac:spMkLst>
        </pc:spChg>
        <pc:spChg chg="mod">
          <ac:chgData name="Davis, Peter (CPU)" userId="f2525a01-9ad2-4ba1-9afd-4970978e845d" providerId="ADAL" clId="{38E787AD-1424-4FB7-95A4-3DF776508525}" dt="2024-06-25T16:11:23.893" v="57" actId="1076"/>
          <ac:spMkLst>
            <pc:docMk/>
            <pc:sldMk cId="3509293127" sldId="260"/>
            <ac:spMk id="5" creationId="{00000000-0000-0000-0000-000000000000}"/>
          </ac:spMkLst>
        </pc:spChg>
        <pc:spChg chg="mod">
          <ac:chgData name="Davis, Peter (CPU)" userId="f2525a01-9ad2-4ba1-9afd-4970978e845d" providerId="ADAL" clId="{38E787AD-1424-4FB7-95A4-3DF776508525}" dt="2024-06-25T16:11:23.893" v="57" actId="1076"/>
          <ac:spMkLst>
            <pc:docMk/>
            <pc:sldMk cId="3509293127" sldId="260"/>
            <ac:spMk id="6" creationId="{00000000-0000-0000-0000-000000000000}"/>
          </ac:spMkLst>
        </pc:spChg>
        <pc:spChg chg="mod">
          <ac:chgData name="Davis, Peter (CPU)" userId="f2525a01-9ad2-4ba1-9afd-4970978e845d" providerId="ADAL" clId="{38E787AD-1424-4FB7-95A4-3DF776508525}" dt="2024-06-25T16:11:23.893" v="57" actId="1076"/>
          <ac:spMkLst>
            <pc:docMk/>
            <pc:sldMk cId="3509293127" sldId="260"/>
            <ac:spMk id="7" creationId="{00000000-0000-0000-0000-000000000000}"/>
          </ac:spMkLst>
        </pc:spChg>
        <pc:spChg chg="mod">
          <ac:chgData name="Davis, Peter (CPU)" userId="f2525a01-9ad2-4ba1-9afd-4970978e845d" providerId="ADAL" clId="{38E787AD-1424-4FB7-95A4-3DF776508525}" dt="2024-06-25T16:11:23.893" v="57" actId="1076"/>
          <ac:spMkLst>
            <pc:docMk/>
            <pc:sldMk cId="3509293127" sldId="260"/>
            <ac:spMk id="9" creationId="{00000000-0000-0000-0000-000000000000}"/>
          </ac:spMkLst>
        </pc:spChg>
        <pc:spChg chg="mod">
          <ac:chgData name="Davis, Peter (CPU)" userId="f2525a01-9ad2-4ba1-9afd-4970978e845d" providerId="ADAL" clId="{38E787AD-1424-4FB7-95A4-3DF776508525}" dt="2024-06-25T16:11:23.893" v="57" actId="1076"/>
          <ac:spMkLst>
            <pc:docMk/>
            <pc:sldMk cId="3509293127" sldId="260"/>
            <ac:spMk id="11" creationId="{00000000-0000-0000-0000-000000000000}"/>
          </ac:spMkLst>
        </pc:spChg>
        <pc:spChg chg="mod">
          <ac:chgData name="Davis, Peter (CPU)" userId="f2525a01-9ad2-4ba1-9afd-4970978e845d" providerId="ADAL" clId="{38E787AD-1424-4FB7-95A4-3DF776508525}" dt="2024-06-25T16:12:27.978" v="84" actId="26606"/>
          <ac:spMkLst>
            <pc:docMk/>
            <pc:sldMk cId="3509293127" sldId="260"/>
            <ac:spMk id="15" creationId="{6230479A-F0AF-8A63-0C37-837B995CBE95}"/>
          </ac:spMkLst>
        </pc:spChg>
        <pc:spChg chg="mod">
          <ac:chgData name="Davis, Peter (CPU)" userId="f2525a01-9ad2-4ba1-9afd-4970978e845d" providerId="ADAL" clId="{38E787AD-1424-4FB7-95A4-3DF776508525}" dt="2024-06-25T16:11:23.893" v="57" actId="1076"/>
          <ac:spMkLst>
            <pc:docMk/>
            <pc:sldMk cId="3509293127" sldId="260"/>
            <ac:spMk id="18" creationId="{00000000-0000-0000-0000-000000000000}"/>
          </ac:spMkLst>
        </pc:spChg>
        <pc:spChg chg="mod">
          <ac:chgData name="Davis, Peter (CPU)" userId="f2525a01-9ad2-4ba1-9afd-4970978e845d" providerId="ADAL" clId="{38E787AD-1424-4FB7-95A4-3DF776508525}" dt="2024-06-25T16:12:06.452" v="82" actId="20577"/>
          <ac:spMkLst>
            <pc:docMk/>
            <pc:sldMk cId="3509293127" sldId="260"/>
            <ac:spMk id="19" creationId="{00000000-0000-0000-0000-000000000000}"/>
          </ac:spMkLst>
        </pc:spChg>
        <pc:spChg chg="add del">
          <ac:chgData name="Davis, Peter (CPU)" userId="f2525a01-9ad2-4ba1-9afd-4970978e845d" providerId="ADAL" clId="{38E787AD-1424-4FB7-95A4-3DF776508525}" dt="2024-06-25T16:12:27.978" v="84" actId="26606"/>
          <ac:spMkLst>
            <pc:docMk/>
            <pc:sldMk cId="3509293127" sldId="260"/>
            <ac:spMk id="1033" creationId="{8E8E9D3F-8FFC-44B7-BFB9-B2888CCB5A83}"/>
          </ac:spMkLst>
        </pc:spChg>
        <pc:spChg chg="add del">
          <ac:chgData name="Davis, Peter (CPU)" userId="f2525a01-9ad2-4ba1-9afd-4970978e845d" providerId="ADAL" clId="{38E787AD-1424-4FB7-95A4-3DF776508525}" dt="2024-06-25T16:12:27.978" v="84" actId="26606"/>
          <ac:spMkLst>
            <pc:docMk/>
            <pc:sldMk cId="3509293127" sldId="260"/>
            <ac:spMk id="1035" creationId="{96A4C419-5959-41E1-8F5D-4385DE6B3CE4}"/>
          </ac:spMkLst>
        </pc:spChg>
        <pc:spChg chg="add del">
          <ac:chgData name="Davis, Peter (CPU)" userId="f2525a01-9ad2-4ba1-9afd-4970978e845d" providerId="ADAL" clId="{38E787AD-1424-4FB7-95A4-3DF776508525}" dt="2024-06-25T16:12:27.978" v="84" actId="26606"/>
          <ac:spMkLst>
            <pc:docMk/>
            <pc:sldMk cId="3509293127" sldId="260"/>
            <ac:spMk id="1037" creationId="{DF923961-7523-4DA3-A6B8-16492042BC39}"/>
          </ac:spMkLst>
        </pc:spChg>
        <pc:grpChg chg="add mod ord">
          <ac:chgData name="Davis, Peter (CPU)" userId="f2525a01-9ad2-4ba1-9afd-4970978e845d" providerId="ADAL" clId="{38E787AD-1424-4FB7-95A4-3DF776508525}" dt="2024-06-25T16:12:27.978" v="84" actId="26606"/>
          <ac:grpSpMkLst>
            <pc:docMk/>
            <pc:sldMk cId="3509293127" sldId="260"/>
            <ac:grpSpMk id="12" creationId="{8189FAB1-8756-8E11-0A78-A0953D225000}"/>
          </ac:grpSpMkLst>
        </pc:grpChg>
        <pc:picChg chg="mod">
          <ac:chgData name="Davis, Peter (CPU)" userId="f2525a01-9ad2-4ba1-9afd-4970978e845d" providerId="ADAL" clId="{38E787AD-1424-4FB7-95A4-3DF776508525}" dt="2024-06-25T16:11:23.893" v="57" actId="1076"/>
          <ac:picMkLst>
            <pc:docMk/>
            <pc:sldMk cId="3509293127" sldId="260"/>
            <ac:picMk id="4" creationId="{00000000-0000-0000-0000-000000000000}"/>
          </ac:picMkLst>
        </pc:picChg>
        <pc:picChg chg="mod">
          <ac:chgData name="Davis, Peter (CPU)" userId="f2525a01-9ad2-4ba1-9afd-4970978e845d" providerId="ADAL" clId="{38E787AD-1424-4FB7-95A4-3DF776508525}" dt="2024-06-25T16:11:23.893" v="57" actId="1076"/>
          <ac:picMkLst>
            <pc:docMk/>
            <pc:sldMk cId="3509293127" sldId="260"/>
            <ac:picMk id="8" creationId="{00000000-0000-0000-0000-000000000000}"/>
          </ac:picMkLst>
        </pc:picChg>
        <pc:picChg chg="mod">
          <ac:chgData name="Davis, Peter (CPU)" userId="f2525a01-9ad2-4ba1-9afd-4970978e845d" providerId="ADAL" clId="{38E787AD-1424-4FB7-95A4-3DF776508525}" dt="2024-06-25T16:11:23.893" v="57" actId="1076"/>
          <ac:picMkLst>
            <pc:docMk/>
            <pc:sldMk cId="3509293127" sldId="260"/>
            <ac:picMk id="10" creationId="{00000000-0000-0000-0000-000000000000}"/>
          </ac:picMkLst>
        </pc:picChg>
        <pc:picChg chg="del">
          <ac:chgData name="Davis, Peter (CPU)" userId="f2525a01-9ad2-4ba1-9afd-4970978e845d" providerId="ADAL" clId="{38E787AD-1424-4FB7-95A4-3DF776508525}" dt="2024-06-25T16:09:11.953" v="2" actId="478"/>
          <ac:picMkLst>
            <pc:docMk/>
            <pc:sldMk cId="3509293127" sldId="260"/>
            <ac:picMk id="13" creationId="{DA35D5E7-696C-0E48-B2DC-6F916B7FE73D}"/>
          </ac:picMkLst>
        </pc:picChg>
        <pc:picChg chg="mod">
          <ac:chgData name="Davis, Peter (CPU)" userId="f2525a01-9ad2-4ba1-9afd-4970978e845d" providerId="ADAL" clId="{38E787AD-1424-4FB7-95A4-3DF776508525}" dt="2024-06-25T16:11:23.893" v="57" actId="1076"/>
          <ac:picMkLst>
            <pc:docMk/>
            <pc:sldMk cId="3509293127" sldId="260"/>
            <ac:picMk id="14" creationId="{00000000-0000-0000-0000-000000000000}"/>
          </ac:picMkLst>
        </pc:picChg>
        <pc:picChg chg="add mod">
          <ac:chgData name="Davis, Peter (CPU)" userId="f2525a01-9ad2-4ba1-9afd-4970978e845d" providerId="ADAL" clId="{38E787AD-1424-4FB7-95A4-3DF776508525}" dt="2024-06-25T16:12:27.978" v="84" actId="26606"/>
          <ac:picMkLst>
            <pc:docMk/>
            <pc:sldMk cId="3509293127" sldId="260"/>
            <ac:picMk id="16" creationId="{09C66375-CC7C-F201-73F4-F417F70ED8A6}"/>
          </ac:picMkLst>
        </pc:picChg>
        <pc:picChg chg="add mod ord">
          <ac:chgData name="Davis, Peter (CPU)" userId="f2525a01-9ad2-4ba1-9afd-4970978e845d" providerId="ADAL" clId="{38E787AD-1424-4FB7-95A4-3DF776508525}" dt="2024-06-25T16:12:27.978" v="84" actId="26606"/>
          <ac:picMkLst>
            <pc:docMk/>
            <pc:sldMk cId="3509293127" sldId="260"/>
            <ac:picMk id="1026" creationId="{CF91FADC-39AE-AF99-3637-BC458D6DFED2}"/>
          </ac:picMkLst>
        </pc:picChg>
        <pc:picChg chg="add mod">
          <ac:chgData name="Davis, Peter (CPU)" userId="f2525a01-9ad2-4ba1-9afd-4970978e845d" providerId="ADAL" clId="{38E787AD-1424-4FB7-95A4-3DF776508525}" dt="2024-06-25T16:12:27.978" v="84" actId="26606"/>
          <ac:picMkLst>
            <pc:docMk/>
            <pc:sldMk cId="3509293127" sldId="260"/>
            <ac:picMk id="1028" creationId="{9C60106E-3C81-BF6C-FEFB-32350CB119BC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384D1-F1A9-2A94-8E2B-8AA4CD10C3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F20E73-4512-2B36-C21F-13849D901B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DA2B20-E2AA-27BA-1D2A-024BFAF61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599C41-0139-44DB-BC62-0AB4E0E3F668}" type="datetimeFigureOut">
              <a:rPr lang="en-GB" smtClean="0"/>
              <a:t>25/06/2024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D3E054-C974-4B5A-EA97-47E5F612C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BEC850-E2AC-A35E-618F-3B84B0228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E2FD3-0732-43C3-A88C-797B94F7A6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1765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547C42-7424-54F9-AE4B-BFC3DF58B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F0505D-57BD-5C77-CC6A-6F32D1B585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CB8211-5154-88BA-CB5F-EC01D431E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599C41-0139-44DB-BC62-0AB4E0E3F668}" type="datetimeFigureOut">
              <a:rPr lang="en-GB" smtClean="0"/>
              <a:t>25/06/2024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544987-6CAB-2E69-CBFC-4ADA22125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EBD2DF-FAE4-53B5-8FB3-3704D636D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E2FD3-0732-43C3-A88C-797B94F7A6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89406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A018F-BBBA-5371-3463-509F60FD4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296B19-6A28-6838-620D-6E587283B0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CC388D-E1EF-FEBF-3C82-8EB5ADA66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599C41-0139-44DB-BC62-0AB4E0E3F668}" type="datetimeFigureOut">
              <a:rPr lang="en-GB" smtClean="0"/>
              <a:t>25/06/2024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E292BC-989E-B13F-A6AC-E4503F94A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8BE58B-DD1C-F4F4-4567-4BD0D11C3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E2FD3-0732-43C3-A88C-797B94F7A6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43588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0D6DD-17D2-2853-E80D-6FDDF3193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3E4D08-7304-3E41-7E07-F35378AE9F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4B8A05-0990-4637-B05D-F0C1FC4CAD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CEC7F7-BF5C-35FF-8C87-CC9C2EFAD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599C41-0139-44DB-BC62-0AB4E0E3F668}" type="datetimeFigureOut">
              <a:rPr lang="en-GB" smtClean="0"/>
              <a:t>25/06/2024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CB0FFE-8F1A-AA8B-4269-5B224B66E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C6A03F-19DD-9861-C2BE-A4E1385BB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E2FD3-0732-43C3-A88C-797B94F7A6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49396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31B3B-9F44-5A1B-A63C-17C0DE45B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1A1C8A-D892-79AF-1279-E276F256BE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2C7F69-D69C-FF37-E661-61D810ADA1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1FB316-1336-3727-8CEB-4693F7927C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882CEF-5053-1DBE-9438-B6427AF4A8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E0D5A69-4C03-76EC-6E02-7E1279190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599C41-0139-44DB-BC62-0AB4E0E3F668}" type="datetimeFigureOut">
              <a:rPr lang="en-GB" smtClean="0"/>
              <a:t>25/06/2024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A55F46-D6E2-D002-7608-5D37440B3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E1501E3-A1F9-4848-8111-66D35AF2F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E2FD3-0732-43C3-A88C-797B94F7A6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24225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9A348-F7AA-F0CD-8F97-65B116121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777139-D47A-35FE-6C49-A8A825A28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599C41-0139-44DB-BC62-0AB4E0E3F668}" type="datetimeFigureOut">
              <a:rPr lang="en-GB" smtClean="0"/>
              <a:t>25/06/2024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6495BA-E953-F65F-876C-281F6B364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61CC19-D255-C7EC-72F9-1EF5BDBED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E2FD3-0732-43C3-A88C-797B94F7A6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51445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AE8575-2CAB-ECA4-5741-47358C464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599C41-0139-44DB-BC62-0AB4E0E3F668}" type="datetimeFigureOut">
              <a:rPr lang="en-GB" smtClean="0"/>
              <a:t>25/06/2024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E7A155-AA08-7622-0F03-8853DF144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D34EF1-F1FD-5412-0509-C8A07F325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E2FD3-0732-43C3-A88C-797B94F7A6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56847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80176-472C-4A8C-AD10-D6E8D0C84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73BB36-6409-3EED-82E6-F604339149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7E891F-CC05-91E6-8687-8478C71148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1F65F5-4993-A4F3-49F2-E1ACAAE6B5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599C41-0139-44DB-BC62-0AB4E0E3F668}" type="datetimeFigureOut">
              <a:rPr lang="en-GB" smtClean="0"/>
              <a:t>25/06/2024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CBC53C-468F-EBD8-9B63-9CA8841BD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8F8F22-3FA9-3867-2105-3241B2F30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E2FD3-0732-43C3-A88C-797B94F7A6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9003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39D47-A569-7B2B-BDC6-880D1D549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1D46C9-3F30-83C8-589B-02C31367F8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A4FAEB-0D23-4D69-B0B7-25EA4B5765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B85508-CD7C-71C6-81C3-CAC67CE83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599C41-0139-44DB-BC62-0AB4E0E3F668}" type="datetimeFigureOut">
              <a:rPr lang="en-GB" smtClean="0"/>
              <a:t>25/06/2024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2714DA-AECA-8067-8B7F-190DEC5F1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FC376B-72F8-E7CD-819A-0E61D4380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E2FD3-0732-43C3-A88C-797B94F7A6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40774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BB3A8-6A2A-E81A-7111-9FD3F1362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223561-86DF-DFA2-F8CC-3FC77991CC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E6D900-B96B-FA72-58D6-F3F9960AA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599C41-0139-44DB-BC62-0AB4E0E3F668}" type="datetimeFigureOut">
              <a:rPr lang="en-GB" smtClean="0"/>
              <a:t>25/06/2024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2EFE5B-B9FA-E8EE-AB75-ABAA515D6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5C9EC3-FB64-2E1B-40E8-1106EABCD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E2FD3-0732-43C3-A88C-797B94F7A6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59323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FE6C34-F564-9742-BCAB-F4F4AB5605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3B1B6E-1303-F3EE-6CED-3B82E3C99E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EC0423-D004-6F2F-1375-9FB46BCFA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599C41-0139-44DB-BC62-0AB4E0E3F668}" type="datetimeFigureOut">
              <a:rPr lang="en-GB" smtClean="0"/>
              <a:t>25/06/2024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CC77D9-62CF-E910-D6FB-3E7092D86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4DCAB2-12CB-FBA6-64E9-119826D86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E2FD3-0732-43C3-A88C-797B94F7A6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29834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D6AF02-8D94-C9D1-7016-3567B305E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6D1E45-4F69-B983-4BE3-D14FB86A1A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57495D-D43D-653C-0068-71C4EC8799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599C41-0139-44DB-BC62-0AB4E0E3F668}" type="datetimeFigureOut">
              <a:rPr lang="en-GB" smtClean="0"/>
              <a:t>25/06/2024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F3C259-CF19-27EE-42D8-A1D127FA64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23C113-9F99-8F2D-6C13-6E946B6388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EE2FD3-0732-43C3-A88C-797B94F7A6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59040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8189FAB1-8756-8E11-0A78-A0953D225000}"/>
              </a:ext>
            </a:extLst>
          </p:cNvPr>
          <p:cNvGrpSpPr/>
          <p:nvPr/>
        </p:nvGrpSpPr>
        <p:grpSpPr>
          <a:xfrm>
            <a:off x="1119710" y="2785402"/>
            <a:ext cx="9952579" cy="3640701"/>
            <a:chOff x="1128075" y="2182723"/>
            <a:chExt cx="9952579" cy="3640701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 rotWithShape="1"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217" t="26268" r="4454" b="4478"/>
            <a:stretch/>
          </p:blipFill>
          <p:spPr>
            <a:xfrm>
              <a:off x="1203489" y="2288002"/>
              <a:ext cx="6636470" cy="3229731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</p:spPr>
        </p:pic>
        <p:sp>
          <p:nvSpPr>
            <p:cNvPr id="5" name="TextBox 4"/>
            <p:cNvSpPr txBox="1"/>
            <p:nvPr/>
          </p:nvSpPr>
          <p:spPr>
            <a:xfrm>
              <a:off x="4172930" y="2182723"/>
              <a:ext cx="5668652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6600" dirty="0">
                  <a:solidFill>
                    <a:srgbClr val="53C6FF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V A L E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4213346" y="3082900"/>
              <a:ext cx="5172532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4000" dirty="0">
                  <a:solidFill>
                    <a:schemeClr val="accent1"/>
                  </a:solidFill>
                  <a:latin typeface="Euphemia" panose="020B0503040102020104" pitchFamily="34" charset="0"/>
                  <a:cs typeface="Aharoni" panose="02010803020104030203" pitchFamily="2" charset="-79"/>
                </a:rPr>
                <a:t>REFLEXOLOGY</a:t>
              </a:r>
              <a:endParaRPr lang="en-GB" sz="3600" dirty="0">
                <a:solidFill>
                  <a:schemeClr val="accent1"/>
                </a:solidFill>
                <a:latin typeface="Euphemia" panose="020B0503040102020104" pitchFamily="34" charset="0"/>
                <a:cs typeface="Aharoni" panose="02010803020104030203" pitchFamily="2" charset="-79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7839958" y="5454092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GB" dirty="0"/>
            </a:p>
          </p:txBody>
        </p:sp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769315" y="2853170"/>
              <a:ext cx="685188" cy="685188"/>
            </a:xfrm>
            <a:prstGeom prst="rect">
              <a:avLst/>
            </a:prstGeom>
            <a:effectLst>
              <a:softEdge rad="165100"/>
            </a:effectLst>
          </p:spPr>
        </p:pic>
        <p:sp>
          <p:nvSpPr>
            <p:cNvPr id="9" name="TextBox 8"/>
            <p:cNvSpPr txBox="1"/>
            <p:nvPr/>
          </p:nvSpPr>
          <p:spPr>
            <a:xfrm>
              <a:off x="8274185" y="3056254"/>
              <a:ext cx="138358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>
                  <a:solidFill>
                    <a:schemeClr val="accent1">
                      <a:lumMod val="75000"/>
                    </a:schemeClr>
                  </a:solidFill>
                  <a:latin typeface="Euphemia" panose="020B0503040102020104" pitchFamily="34" charset="0"/>
                </a:rPr>
                <a:t>07885 479048</a:t>
              </a:r>
            </a:p>
          </p:txBody>
        </p:sp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841963" y="3337450"/>
              <a:ext cx="545493" cy="545493"/>
            </a:xfrm>
            <a:prstGeom prst="rect">
              <a:avLst/>
            </a:prstGeom>
            <a:effectLst>
              <a:softEdge rad="165100"/>
            </a:effectLst>
          </p:spPr>
        </p:pic>
        <p:sp>
          <p:nvSpPr>
            <p:cNvPr id="11" name="TextBox 10"/>
            <p:cNvSpPr txBox="1"/>
            <p:nvPr/>
          </p:nvSpPr>
          <p:spPr>
            <a:xfrm>
              <a:off x="8259819" y="3441447"/>
              <a:ext cx="260359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>
                  <a:solidFill>
                    <a:schemeClr val="accent1">
                      <a:lumMod val="75000"/>
                    </a:schemeClr>
                  </a:solidFill>
                  <a:latin typeface="Euphemia" panose="020B0503040102020104" pitchFamily="34" charset="0"/>
                </a:rPr>
                <a:t>Daviskingsland@outlook.com</a:t>
              </a:r>
            </a:p>
            <a:p>
              <a:endParaRPr lang="en-GB" sz="1400" dirty="0">
                <a:solidFill>
                  <a:schemeClr val="accent1">
                    <a:lumMod val="75000"/>
                  </a:schemeClr>
                </a:solidFill>
                <a:latin typeface="Euphemia" panose="020B0503040102020104" pitchFamily="34" charset="0"/>
              </a:endParaRPr>
            </a:p>
          </p:txBody>
        </p:sp>
        <p:pic>
          <p:nvPicPr>
            <p:cNvPr id="14" name="Picture 13"/>
            <p:cNvPicPr>
              <a:picLocks noChangeAspect="1"/>
            </p:cNvPicPr>
            <p:nvPr/>
          </p:nvPicPr>
          <p:blipFill rotWithShape="1">
            <a:blip r:embed="rId5"/>
            <a:srcRect l="6610" t="1285" r="8288" b="1776"/>
            <a:stretch/>
          </p:blipFill>
          <p:spPr>
            <a:xfrm>
              <a:off x="3177165" y="2323404"/>
              <a:ext cx="1136049" cy="1464136"/>
            </a:xfrm>
            <a:prstGeom prst="rect">
              <a:avLst/>
            </a:prstGeom>
            <a:effectLst>
              <a:softEdge rad="50800"/>
            </a:effectLst>
          </p:spPr>
        </p:pic>
        <p:sp>
          <p:nvSpPr>
            <p:cNvPr id="3" name="Rectangle 2"/>
            <p:cNvSpPr/>
            <p:nvPr/>
          </p:nvSpPr>
          <p:spPr>
            <a:xfrm>
              <a:off x="1128075" y="2182991"/>
              <a:ext cx="9935850" cy="3450210"/>
            </a:xfrm>
            <a:prstGeom prst="rect">
              <a:avLst/>
            </a:prstGeom>
            <a:noFill/>
            <a:ln w="254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4114258" y="4136087"/>
              <a:ext cx="6624633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800" dirty="0">
                  <a:solidFill>
                    <a:srgbClr val="53C6FF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VALID FOR A FIRST DUOPODY REFLEXOLOGY CONSULTATION</a:t>
              </a:r>
            </a:p>
            <a:p>
              <a:r>
                <a:rPr lang="en-GB" sz="2800" dirty="0">
                  <a:solidFill>
                    <a:srgbClr val="53C6FF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(90 mins)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5677593" y="5366987"/>
              <a:ext cx="540306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sz="1100" dirty="0">
                  <a:solidFill>
                    <a:schemeClr val="accent1"/>
                  </a:solidFill>
                  <a:latin typeface="Euphemia" panose="020B0503040102020104" pitchFamily="34" charset="0"/>
                  <a:cs typeface="Aharoni" panose="02010803020104030203" pitchFamily="2" charset="-79"/>
                </a:rPr>
                <a:t>This voucher has no alternative cash value – Valid until 30</a:t>
              </a:r>
              <a:r>
                <a:rPr lang="en-GB" sz="1100" baseline="30000" dirty="0">
                  <a:solidFill>
                    <a:schemeClr val="accent1"/>
                  </a:solidFill>
                  <a:latin typeface="Euphemia" panose="020B0503040102020104" pitchFamily="34" charset="0"/>
                  <a:cs typeface="Aharoni" panose="02010803020104030203" pitchFamily="2" charset="-79"/>
                </a:rPr>
                <a:t>th</a:t>
              </a:r>
              <a:r>
                <a:rPr lang="en-GB" sz="1100" dirty="0">
                  <a:solidFill>
                    <a:schemeClr val="accent1"/>
                  </a:solidFill>
                  <a:latin typeface="Euphemia" panose="020B0503040102020104" pitchFamily="34" charset="0"/>
                  <a:cs typeface="Aharoni" panose="02010803020104030203" pitchFamily="2" charset="-79"/>
                </a:rPr>
                <a:t> January 2025</a:t>
              </a:r>
              <a:endParaRPr lang="en-GB" sz="1050" dirty="0">
                <a:solidFill>
                  <a:schemeClr val="accent1"/>
                </a:solidFill>
                <a:latin typeface="Euphemia" panose="020B0503040102020104" pitchFamily="34" charset="0"/>
                <a:cs typeface="Aharoni" panose="02010803020104030203" pitchFamily="2" charset="-79"/>
              </a:endParaRPr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3A49DCAC-F94D-3732-4372-047C1CBC40F1}"/>
                </a:ext>
              </a:extLst>
            </p:cNvPr>
            <p:cNvSpPr txBox="1"/>
            <p:nvPr/>
          </p:nvSpPr>
          <p:spPr>
            <a:xfrm>
              <a:off x="7852786" y="2510686"/>
              <a:ext cx="3147015" cy="70019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>
                  <a:solidFill>
                    <a:schemeClr val="accent1">
                      <a:lumMod val="75000"/>
                    </a:schemeClr>
                  </a:solidFill>
                  <a:latin typeface="Euphemia" panose="020B0503040102020104" pitchFamily="34" charset="0"/>
                </a:rPr>
                <a:t>Kim Davis BSc (Hons)</a:t>
              </a:r>
            </a:p>
            <a:p>
              <a:r>
                <a:rPr lang="en-GB" sz="100" dirty="0">
                  <a:solidFill>
                    <a:schemeClr val="accent1">
                      <a:lumMod val="75000"/>
                    </a:schemeClr>
                  </a:solidFill>
                  <a:latin typeface="Euphemia" panose="020B0503040102020104" pitchFamily="34" charset="0"/>
                </a:rPr>
                <a:t> </a:t>
              </a:r>
            </a:p>
            <a:p>
              <a:r>
                <a:rPr lang="en-GB" sz="1050" dirty="0">
                  <a:solidFill>
                    <a:schemeClr val="accent1">
                      <a:lumMod val="75000"/>
                    </a:schemeClr>
                  </a:solidFill>
                  <a:latin typeface="Euphemia" panose="020B0503040102020104" pitchFamily="34" charset="0"/>
                </a:rPr>
                <a:t>LEVEL 5 DIPLOMA REFLEXOLOGY PRACTIONER</a:t>
              </a:r>
              <a:endParaRPr lang="en-GB" sz="1000" dirty="0">
                <a:solidFill>
                  <a:schemeClr val="accent1">
                    <a:lumMod val="75000"/>
                  </a:schemeClr>
                </a:solidFill>
                <a:latin typeface="Euphemia" panose="020B0503040102020104" pitchFamily="34" charset="0"/>
              </a:endParaRPr>
            </a:p>
            <a:p>
              <a:endParaRPr lang="en-GB" sz="1400" dirty="0">
                <a:solidFill>
                  <a:schemeClr val="accent1">
                    <a:lumMod val="75000"/>
                  </a:schemeClr>
                </a:solidFill>
                <a:latin typeface="Euphemia" panose="020B0503040102020104" pitchFamily="34" charset="0"/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6230479A-F0AF-8A63-0C37-837B995CBE95}"/>
              </a:ext>
            </a:extLst>
          </p:cNvPr>
          <p:cNvSpPr txBox="1"/>
          <p:nvPr/>
        </p:nvSpPr>
        <p:spPr>
          <a:xfrm>
            <a:off x="5446985" y="6292605"/>
            <a:ext cx="1194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/>
              <a:t>VALUE £65</a:t>
            </a:r>
            <a:endParaRPr lang="en-GB" dirty="0"/>
          </a:p>
        </p:txBody>
      </p:sp>
      <p:pic>
        <p:nvPicPr>
          <p:cNvPr id="1026" name="Picture 2" descr="Llanfair Primary School Uniform – Point Ink Print &amp; Embroidery">
            <a:extLst>
              <a:ext uri="{FF2B5EF4-FFF2-40B4-BE49-F238E27FC236}">
                <a16:creationId xmlns:a16="http://schemas.microsoft.com/office/drawing/2014/main" id="{CF91FADC-39AE-AF99-3637-BC458D6DFE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5264" y="383193"/>
            <a:ext cx="2364739" cy="2364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Gingo Bingo">
            <a:extLst>
              <a:ext uri="{FF2B5EF4-FFF2-40B4-BE49-F238E27FC236}">
                <a16:creationId xmlns:a16="http://schemas.microsoft.com/office/drawing/2014/main" id="{9C60106E-3C81-BF6C-FEFB-32350CB119B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02" t="21370" r="10106" b="20906"/>
          <a:stretch/>
        </p:blipFill>
        <p:spPr bwMode="auto">
          <a:xfrm>
            <a:off x="1743197" y="484573"/>
            <a:ext cx="2461784" cy="1772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4" descr="Gingo Bingo">
            <a:extLst>
              <a:ext uri="{FF2B5EF4-FFF2-40B4-BE49-F238E27FC236}">
                <a16:creationId xmlns:a16="http://schemas.microsoft.com/office/drawing/2014/main" id="{09C66375-CC7C-F201-73F4-F417F70ED8A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02" t="21370" r="10106" b="20906"/>
          <a:stretch/>
        </p:blipFill>
        <p:spPr bwMode="auto">
          <a:xfrm>
            <a:off x="7764616" y="543488"/>
            <a:ext cx="2461784" cy="1772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092931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feet in the air&#10;&#10;Description automatically generated">
            <a:extLst>
              <a:ext uri="{FF2B5EF4-FFF2-40B4-BE49-F238E27FC236}">
                <a16:creationId xmlns:a16="http://schemas.microsoft.com/office/drawing/2014/main" id="{D8689522-AE3A-66E1-4885-C869465D5F0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Picture 11" descr="A person smiling at camera&#10;&#10;Description automatically generated">
            <a:extLst>
              <a:ext uri="{FF2B5EF4-FFF2-40B4-BE49-F238E27FC236}">
                <a16:creationId xmlns:a16="http://schemas.microsoft.com/office/drawing/2014/main" id="{54F3A5DF-0942-2E2A-7E3A-1F666EBF9E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9566" y="2448650"/>
            <a:ext cx="1710814" cy="1731410"/>
          </a:xfrm>
          <a:prstGeom prst="rect">
            <a:avLst/>
          </a:prstGeom>
          <a:effectLst>
            <a:softEdge rad="38100"/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D3D6A15-E761-AB0D-7251-7D748FCA07B2}"/>
              </a:ext>
            </a:extLst>
          </p:cNvPr>
          <p:cNvSpPr txBox="1"/>
          <p:nvPr/>
        </p:nvSpPr>
        <p:spPr>
          <a:xfrm>
            <a:off x="5179063" y="2448650"/>
            <a:ext cx="5035436" cy="1554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14772">
              <a:spcBef>
                <a:spcPts val="600"/>
              </a:spcBef>
            </a:pPr>
            <a:r>
              <a:rPr lang="en-GB" sz="1600" dirty="0">
                <a:solidFill>
                  <a:prstClr val="white"/>
                </a:solidFill>
                <a:latin typeface="Avenir Next LT Pro Demi" panose="020B0704020202020204" pitchFamily="34" charset="0"/>
              </a:rPr>
              <a:t>My name is Kim, and I treat &amp; improve how patients feel with Reflexology in the Vale of Glamorgan. </a:t>
            </a:r>
          </a:p>
          <a:p>
            <a:pPr marL="285752" indent="-285752" defTabSz="414772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prstClr val="white"/>
                </a:solidFill>
                <a:latin typeface="Avenir Next LT Pro Demi" panose="020B0704020202020204" pitchFamily="34" charset="0"/>
              </a:rPr>
              <a:t>Level 5 </a:t>
            </a:r>
            <a:r>
              <a:rPr lang="en-GB" sz="1600" dirty="0" err="1">
                <a:solidFill>
                  <a:prstClr val="white"/>
                </a:solidFill>
                <a:latin typeface="Avenir Next LT Pro Demi" panose="020B0704020202020204" pitchFamily="34" charset="0"/>
              </a:rPr>
              <a:t>Duopody</a:t>
            </a:r>
            <a:r>
              <a:rPr lang="en-GB" sz="1600" dirty="0">
                <a:solidFill>
                  <a:prstClr val="white"/>
                </a:solidFill>
                <a:latin typeface="Avenir Next LT Pro Demi" panose="020B0704020202020204" pitchFamily="34" charset="0"/>
              </a:rPr>
              <a:t> Reflexology diploma qualified</a:t>
            </a:r>
          </a:p>
          <a:p>
            <a:pPr marL="285752" indent="-285752" defTabSz="414772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prstClr val="white"/>
                </a:solidFill>
                <a:latin typeface="Avenir Next LT Pro Demi" panose="020B0704020202020204" pitchFamily="34" charset="0"/>
              </a:rPr>
              <a:t>Degree qualified in human biology</a:t>
            </a:r>
          </a:p>
          <a:p>
            <a:pPr marL="285752" indent="-285752" defTabSz="414772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prstClr val="white"/>
                </a:solidFill>
                <a:latin typeface="Avenir Next LT Pro Demi" panose="020B0704020202020204" pitchFamily="34" charset="0"/>
              </a:rPr>
              <a:t>20 years working with medicines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3FE1FF8-2E0A-916E-0FBD-AB0C948F3495}"/>
              </a:ext>
            </a:extLst>
          </p:cNvPr>
          <p:cNvSpPr txBox="1"/>
          <p:nvPr/>
        </p:nvSpPr>
        <p:spPr>
          <a:xfrm>
            <a:off x="4562168" y="4275263"/>
            <a:ext cx="72052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14772"/>
            <a:r>
              <a:rPr lang="en-GB" sz="1600" dirty="0">
                <a:solidFill>
                  <a:prstClr val="white"/>
                </a:solidFill>
                <a:latin typeface="Avenir Next LT Pro Demi" panose="020B0704020202020204" pitchFamily="34" charset="0"/>
              </a:rPr>
              <a:t>I offer holistic reflexology therapy and support for both Adults and Children in and around Cardiff, Bridgend, and the Vale</a:t>
            </a:r>
            <a:endParaRPr lang="en-GB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92BCB16-66F4-F657-9BFC-F387469485BD}"/>
              </a:ext>
            </a:extLst>
          </p:cNvPr>
          <p:cNvSpPr txBox="1"/>
          <p:nvPr/>
        </p:nvSpPr>
        <p:spPr>
          <a:xfrm>
            <a:off x="3940405" y="339072"/>
            <a:ext cx="8064784" cy="2092881"/>
          </a:xfrm>
          <a:prstGeom prst="rect">
            <a:avLst/>
          </a:prstGeom>
          <a:noFill/>
          <a:ln w="101600">
            <a:noFill/>
          </a:ln>
        </p:spPr>
        <p:txBody>
          <a:bodyPr wrap="square" rtlCol="0">
            <a:spAutoFit/>
          </a:bodyPr>
          <a:lstStyle/>
          <a:p>
            <a:pPr defTabSz="414772"/>
            <a:r>
              <a:rPr lang="en-GB" sz="2400" b="1" dirty="0">
                <a:solidFill>
                  <a:prstClr val="white"/>
                </a:solidFill>
                <a:latin typeface="Arial Black" panose="020B0A04020102020204" pitchFamily="34" charset="0"/>
                <a:ea typeface="Meiryo" panose="020B0604030504040204" pitchFamily="34" charset="-128"/>
              </a:rPr>
              <a:t>Do you suffer from </a:t>
            </a:r>
            <a:r>
              <a:rPr lang="en-GB" sz="2400" b="1" dirty="0">
                <a:solidFill>
                  <a:srgbClr val="C00000"/>
                </a:solidFill>
                <a:latin typeface="Arial Black" panose="020B0A04020102020204" pitchFamily="34" charset="0"/>
                <a:ea typeface="Meiryo" panose="020B0604030504040204" pitchFamily="34" charset="-128"/>
              </a:rPr>
              <a:t>stress</a:t>
            </a:r>
            <a:r>
              <a:rPr lang="en-GB" sz="2400" b="1" dirty="0">
                <a:solidFill>
                  <a:prstClr val="white"/>
                </a:solidFill>
                <a:latin typeface="Arial Black" panose="020B0A04020102020204" pitchFamily="34" charset="0"/>
                <a:ea typeface="Meiryo" panose="020B0604030504040204" pitchFamily="34" charset="-128"/>
              </a:rPr>
              <a:t>, </a:t>
            </a:r>
            <a:r>
              <a:rPr lang="en-GB" sz="2400" b="1" dirty="0">
                <a:solidFill>
                  <a:srgbClr val="5B9BD5">
                    <a:lumMod val="40000"/>
                    <a:lumOff val="60000"/>
                  </a:srgbClr>
                </a:solidFill>
                <a:latin typeface="Arial Black" panose="020B0A04020102020204" pitchFamily="34" charset="0"/>
                <a:ea typeface="Meiryo" panose="020B0604030504040204" pitchFamily="34" charset="-128"/>
              </a:rPr>
              <a:t>sleep</a:t>
            </a:r>
            <a:r>
              <a:rPr lang="en-GB" sz="2400" b="1" dirty="0">
                <a:solidFill>
                  <a:prstClr val="white"/>
                </a:solidFill>
                <a:latin typeface="Arial Black" panose="020B0A04020102020204" pitchFamily="34" charset="0"/>
                <a:ea typeface="Meiryo" panose="020B0604030504040204" pitchFamily="34" charset="-128"/>
              </a:rPr>
              <a:t>, </a:t>
            </a:r>
            <a:r>
              <a:rPr lang="en-GB" sz="2400" b="1" dirty="0">
                <a:solidFill>
                  <a:srgbClr val="FF3300"/>
                </a:solidFill>
                <a:latin typeface="Arial Black" panose="020B0A04020102020204" pitchFamily="34" charset="0"/>
                <a:ea typeface="Meiryo" panose="020B0604030504040204" pitchFamily="34" charset="-128"/>
              </a:rPr>
              <a:t>heart burn</a:t>
            </a:r>
            <a:r>
              <a:rPr lang="en-GB" sz="2400" b="1" dirty="0">
                <a:solidFill>
                  <a:prstClr val="white"/>
                </a:solidFill>
                <a:latin typeface="Arial Black" panose="020B0A04020102020204" pitchFamily="34" charset="0"/>
                <a:ea typeface="Meiryo" panose="020B0604030504040204" pitchFamily="34" charset="-128"/>
              </a:rPr>
              <a:t>, </a:t>
            </a:r>
            <a:r>
              <a:rPr lang="en-GB" sz="2400" b="1" dirty="0">
                <a:solidFill>
                  <a:srgbClr val="E7E6E6">
                    <a:lumMod val="90000"/>
                  </a:srgbClr>
                </a:solidFill>
                <a:latin typeface="Arial Black" panose="020B0A04020102020204" pitchFamily="34" charset="0"/>
                <a:ea typeface="Meiryo" panose="020B0604030504040204" pitchFamily="34" charset="-128"/>
              </a:rPr>
              <a:t>depression</a:t>
            </a:r>
            <a:r>
              <a:rPr lang="en-GB" sz="2400" b="1" dirty="0">
                <a:solidFill>
                  <a:prstClr val="white"/>
                </a:solidFill>
                <a:latin typeface="Arial Black" panose="020B0A04020102020204" pitchFamily="34" charset="0"/>
                <a:ea typeface="Meiryo" panose="020B0604030504040204" pitchFamily="34" charset="-128"/>
              </a:rPr>
              <a:t>, </a:t>
            </a:r>
            <a:r>
              <a:rPr lang="en-GB" sz="2400" b="1" dirty="0">
                <a:solidFill>
                  <a:srgbClr val="ED7D31">
                    <a:lumMod val="60000"/>
                    <a:lumOff val="40000"/>
                  </a:srgbClr>
                </a:solidFill>
                <a:latin typeface="Arial Black" panose="020B0A04020102020204" pitchFamily="34" charset="0"/>
                <a:ea typeface="Meiryo" panose="020B0604030504040204" pitchFamily="34" charset="-128"/>
              </a:rPr>
              <a:t>digestion </a:t>
            </a:r>
            <a:r>
              <a:rPr lang="en-GB" sz="2400" b="1" dirty="0">
                <a:solidFill>
                  <a:prstClr val="white"/>
                </a:solidFill>
                <a:latin typeface="Arial Black" panose="020B0A04020102020204" pitchFamily="34" charset="0"/>
                <a:ea typeface="Meiryo" panose="020B0604030504040204" pitchFamily="34" charset="-128"/>
              </a:rPr>
              <a:t>or </a:t>
            </a:r>
            <a:r>
              <a:rPr lang="en-GB" sz="2400" b="1" dirty="0">
                <a:solidFill>
                  <a:srgbClr val="70AD47">
                    <a:lumMod val="40000"/>
                    <a:lumOff val="60000"/>
                  </a:srgbClr>
                </a:solidFill>
                <a:latin typeface="Arial Black" panose="020B0A04020102020204" pitchFamily="34" charset="0"/>
                <a:ea typeface="Meiryo" panose="020B0604030504040204" pitchFamily="34" charset="-128"/>
              </a:rPr>
              <a:t>similar health issues</a:t>
            </a:r>
            <a:r>
              <a:rPr lang="en-GB" sz="2400" b="1" dirty="0">
                <a:solidFill>
                  <a:prstClr val="white"/>
                </a:solidFill>
                <a:latin typeface="Arial Black" panose="020B0A04020102020204" pitchFamily="34" charset="0"/>
                <a:ea typeface="Meiryo" panose="020B0604030504040204" pitchFamily="34" charset="-128"/>
              </a:rPr>
              <a:t>? </a:t>
            </a:r>
          </a:p>
          <a:p>
            <a:pPr defTabSz="414772"/>
            <a:endParaRPr lang="en-GB" b="1" dirty="0">
              <a:solidFill>
                <a:prstClr val="white"/>
              </a:solidFill>
              <a:latin typeface="Avenir Next LT Pro Demi" panose="020F0502020204030204" pitchFamily="34" charset="0"/>
              <a:ea typeface="Meiryo" panose="020B0604030504040204" pitchFamily="34" charset="-128"/>
            </a:endParaRPr>
          </a:p>
          <a:p>
            <a:pPr algn="ctr" defTabSz="414772"/>
            <a:r>
              <a:rPr lang="en-GB" sz="1600" b="1" dirty="0">
                <a:solidFill>
                  <a:prstClr val="white"/>
                </a:solidFill>
                <a:latin typeface="Avenir Next LT Pro Demi" panose="020F0502020204030204" pitchFamily="34" charset="0"/>
                <a:ea typeface="Meiryo" panose="020B0604030504040204" pitchFamily="34" charset="-128"/>
              </a:rPr>
              <a:t>Have you through of trying </a:t>
            </a:r>
            <a:r>
              <a:rPr lang="en-GB" sz="1600" b="1" dirty="0">
                <a:solidFill>
                  <a:srgbClr val="FFFF00"/>
                </a:solidFill>
                <a:latin typeface="Arial Black" panose="020B0A04020102020204" pitchFamily="34" charset="0"/>
                <a:ea typeface="Meiryo" panose="020B0604030504040204" pitchFamily="34" charset="-128"/>
              </a:rPr>
              <a:t>reflexology</a:t>
            </a:r>
            <a:r>
              <a:rPr lang="en-GB" sz="1600" b="1" dirty="0">
                <a:solidFill>
                  <a:prstClr val="white"/>
                </a:solidFill>
                <a:latin typeface="Arial Black" panose="020B0A04020102020204" pitchFamily="34" charset="0"/>
                <a:ea typeface="Meiryo" panose="020B0604030504040204" pitchFamily="34" charset="-128"/>
              </a:rPr>
              <a:t>?</a:t>
            </a:r>
            <a:r>
              <a:rPr lang="en-GB" sz="1600" b="1" dirty="0">
                <a:solidFill>
                  <a:prstClr val="white"/>
                </a:solidFill>
                <a:latin typeface="Avenir Next LT Pro Demi" panose="020F0502020204030204" pitchFamily="34" charset="0"/>
                <a:ea typeface="Meiryo" panose="020B0604030504040204" pitchFamily="34" charset="-128"/>
              </a:rPr>
              <a:t> – a holistic therapy that’s been practiced for over 5000 years to support people with these types of health problems by promoting relaxation therapy to restore the mind and body’s natural balance</a:t>
            </a:r>
          </a:p>
          <a:p>
            <a:pPr algn="ctr" defTabSz="414772"/>
            <a:endParaRPr lang="en-GB" sz="1600" b="1" dirty="0">
              <a:solidFill>
                <a:prstClr val="white"/>
              </a:solidFill>
              <a:latin typeface="Avenir Next LT Pro Demi" panose="020F0502020204030204" pitchFamily="34" charset="0"/>
              <a:ea typeface="Meiryo" panose="020B0604030504040204" pitchFamily="34" charset="-128"/>
            </a:endParaRPr>
          </a:p>
        </p:txBody>
      </p:sp>
      <p:pic>
        <p:nvPicPr>
          <p:cNvPr id="18" name="Picture 17" descr="A phone screen shot of a phone&#10;&#10;Description automatically generated">
            <a:extLst>
              <a:ext uri="{FF2B5EF4-FFF2-40B4-BE49-F238E27FC236}">
                <a16:creationId xmlns:a16="http://schemas.microsoft.com/office/drawing/2014/main" id="{EFBC725D-A874-71B9-50B4-157E6B72E8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370" y="311869"/>
            <a:ext cx="1602579" cy="200429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FF1D681-BA20-ABE7-5CFB-33F3354B1611}"/>
              </a:ext>
            </a:extLst>
          </p:cNvPr>
          <p:cNvSpPr txBox="1"/>
          <p:nvPr/>
        </p:nvSpPr>
        <p:spPr>
          <a:xfrm>
            <a:off x="10360793" y="4660087"/>
            <a:ext cx="18312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©</a:t>
            </a:r>
            <a:r>
              <a:rPr lang="en-GB" sz="1400" dirty="0"/>
              <a:t> Kim Davis. </a:t>
            </a:r>
            <a:r>
              <a:rPr lang="en-GB" sz="1400"/>
              <a:t>Jan 2016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21684766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174</Words>
  <Application>Microsoft Office PowerPoint</Application>
  <PresentationFormat>Widescreen</PresentationFormat>
  <Paragraphs>20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0" baseType="lpstr">
      <vt:lpstr>Aharoni</vt:lpstr>
      <vt:lpstr>Arial</vt:lpstr>
      <vt:lpstr>Arial Black</vt:lpstr>
      <vt:lpstr>Avenir Next LT Pro Demi</vt:lpstr>
      <vt:lpstr>Calibri</vt:lpstr>
      <vt:lpstr>Calibri Light</vt:lpstr>
      <vt:lpstr>Euphemia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Davis, Peter (CPU)</dc:creator>
  <cp:lastModifiedBy>Davis, Peter (CPU)</cp:lastModifiedBy>
  <cp:revision>2</cp:revision>
  <dcterms:created xsi:type="dcterms:W3CDTF">2023-10-22T09:33:37Z</dcterms:created>
  <dcterms:modified xsi:type="dcterms:W3CDTF">2024-06-25T16:12:32Z</dcterms:modified>
</cp:coreProperties>
</file>