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8A143D-DF12-4CF4-AB8C-DBDFE0D566F4}" v="3" dt="2025-05-10T16:28:52.0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77" d="100"/>
          <a:sy n="77" d="100"/>
        </p:scale>
        <p:origin x="74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s, Peter (CPE)" userId="f2525a01-9ad2-4ba1-9afd-4970978e845d" providerId="ADAL" clId="{FA8A143D-DF12-4CF4-AB8C-DBDFE0D566F4}"/>
    <pc:docChg chg="modSld">
      <pc:chgData name="Davis, Peter (CPE)" userId="f2525a01-9ad2-4ba1-9afd-4970978e845d" providerId="ADAL" clId="{FA8A143D-DF12-4CF4-AB8C-DBDFE0D566F4}" dt="2025-05-10T16:29:20.023" v="42" actId="20577"/>
      <pc:docMkLst>
        <pc:docMk/>
      </pc:docMkLst>
      <pc:sldChg chg="delSp modSp mod">
        <pc:chgData name="Davis, Peter (CPE)" userId="f2525a01-9ad2-4ba1-9afd-4970978e845d" providerId="ADAL" clId="{FA8A143D-DF12-4CF4-AB8C-DBDFE0D566F4}" dt="2025-05-10T16:29:20.023" v="42" actId="20577"/>
        <pc:sldMkLst>
          <pc:docMk/>
          <pc:sldMk cId="3509293127" sldId="260"/>
        </pc:sldMkLst>
        <pc:spChg chg="mod">
          <ac:chgData name="Davis, Peter (CPE)" userId="f2525a01-9ad2-4ba1-9afd-4970978e845d" providerId="ADAL" clId="{FA8A143D-DF12-4CF4-AB8C-DBDFE0D566F4}" dt="2025-05-10T16:29:07.418" v="33" actId="1076"/>
          <ac:spMkLst>
            <pc:docMk/>
            <pc:sldMk cId="3509293127" sldId="260"/>
            <ac:spMk id="15" creationId="{6230479A-F0AF-8A63-0C37-837B995CBE95}"/>
          </ac:spMkLst>
        </pc:spChg>
        <pc:spChg chg="mod">
          <ac:chgData name="Davis, Peter (CPE)" userId="f2525a01-9ad2-4ba1-9afd-4970978e845d" providerId="ADAL" clId="{FA8A143D-DF12-4CF4-AB8C-DBDFE0D566F4}" dt="2025-02-17T19:58:16.421" v="3" actId="20577"/>
          <ac:spMkLst>
            <pc:docMk/>
            <pc:sldMk cId="3509293127" sldId="260"/>
            <ac:spMk id="18" creationId="{00000000-0000-0000-0000-000000000000}"/>
          </ac:spMkLst>
        </pc:spChg>
        <pc:spChg chg="mod">
          <ac:chgData name="Davis, Peter (CPE)" userId="f2525a01-9ad2-4ba1-9afd-4970978e845d" providerId="ADAL" clId="{FA8A143D-DF12-4CF4-AB8C-DBDFE0D566F4}" dt="2025-05-10T16:29:20.023" v="42" actId="20577"/>
          <ac:spMkLst>
            <pc:docMk/>
            <pc:sldMk cId="3509293127" sldId="260"/>
            <ac:spMk id="19" creationId="{00000000-0000-0000-0000-000000000000}"/>
          </ac:spMkLst>
        </pc:spChg>
        <pc:grpChg chg="mod">
          <ac:chgData name="Davis, Peter (CPE)" userId="f2525a01-9ad2-4ba1-9afd-4970978e845d" providerId="ADAL" clId="{FA8A143D-DF12-4CF4-AB8C-DBDFE0D566F4}" dt="2025-05-10T16:28:59.106" v="32" actId="1076"/>
          <ac:grpSpMkLst>
            <pc:docMk/>
            <pc:sldMk cId="3509293127" sldId="260"/>
            <ac:grpSpMk id="12" creationId="{8189FAB1-8756-8E11-0A78-A0953D225000}"/>
          </ac:grpSpMkLst>
        </pc:grpChg>
        <pc:picChg chg="del">
          <ac:chgData name="Davis, Peter (CPE)" userId="f2525a01-9ad2-4ba1-9afd-4970978e845d" providerId="ADAL" clId="{FA8A143D-DF12-4CF4-AB8C-DBDFE0D566F4}" dt="2025-05-10T16:28:52.055" v="31" actId="478"/>
          <ac:picMkLst>
            <pc:docMk/>
            <pc:sldMk cId="3509293127" sldId="260"/>
            <ac:picMk id="1026" creationId="{CF91FADC-39AE-AF99-3637-BC458D6DFED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384D1-F1A9-2A94-8E2B-8AA4CD10C3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F20E73-4512-2B36-C21F-13849D901B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A2B20-E2AA-27BA-1D2A-024BFAF61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99C41-0139-44DB-BC62-0AB4E0E3F668}" type="datetimeFigureOut">
              <a:rPr lang="en-GB" smtClean="0"/>
              <a:t>10/05/2025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3E054-C974-4B5A-EA97-47E5F612C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EC850-E2AC-A35E-618F-3B84B0228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E2FD3-0732-43C3-A88C-797B94F7A6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7940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47C42-7424-54F9-AE4B-BFC3DF58B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0505D-57BD-5C77-CC6A-6F32D1B58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B8211-5154-88BA-CB5F-EC01D431E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99C41-0139-44DB-BC62-0AB4E0E3F668}" type="datetimeFigureOut">
              <a:rPr lang="en-GB" smtClean="0"/>
              <a:t>10/05/2025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44987-6CAB-2E69-CBFC-4ADA22125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BD2DF-FAE4-53B5-8FB3-3704D636D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E2FD3-0732-43C3-A88C-797B94F7A6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251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A018F-BBBA-5371-3463-509F60FD4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296B19-6A28-6838-620D-6E587283B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C388D-E1EF-FEBF-3C82-8EB5ADA66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99C41-0139-44DB-BC62-0AB4E0E3F668}" type="datetimeFigureOut">
              <a:rPr lang="en-GB" smtClean="0"/>
              <a:t>10/05/2025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292BC-989E-B13F-A6AC-E4503F94A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BE58B-DD1C-F4F4-4567-4BD0D11C3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E2FD3-0732-43C3-A88C-797B94F7A6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183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0D6DD-17D2-2853-E80D-6FDDF3193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E4D08-7304-3E41-7E07-F35378AE9F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4B8A05-0990-4637-B05D-F0C1FC4CAD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EC7F7-BF5C-35FF-8C87-CC9C2EFAD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99C41-0139-44DB-BC62-0AB4E0E3F668}" type="datetimeFigureOut">
              <a:rPr lang="en-GB" smtClean="0"/>
              <a:t>10/05/2025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B0FFE-8F1A-AA8B-4269-5B224B66E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C6A03F-19DD-9861-C2BE-A4E1385BB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E2FD3-0732-43C3-A88C-797B94F7A6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6946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31B3B-9F44-5A1B-A63C-17C0DE45B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A1C8A-D892-79AF-1279-E276F256B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2C7F69-D69C-FF37-E661-61D810ADA1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1FB316-1336-3727-8CEB-4693F7927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882CEF-5053-1DBE-9438-B6427AF4A8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0D5A69-4C03-76EC-6E02-7E1279190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99C41-0139-44DB-BC62-0AB4E0E3F668}" type="datetimeFigureOut">
              <a:rPr lang="en-GB" smtClean="0"/>
              <a:t>10/05/2025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A55F46-D6E2-D002-7608-5D37440B3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1501E3-A1F9-4848-8111-66D35AF2F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E2FD3-0732-43C3-A88C-797B94F7A6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9682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9A348-F7AA-F0CD-8F97-65B116121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777139-D47A-35FE-6C49-A8A825A28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99C41-0139-44DB-BC62-0AB4E0E3F668}" type="datetimeFigureOut">
              <a:rPr lang="en-GB" smtClean="0"/>
              <a:t>10/05/2025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6495BA-E953-F65F-876C-281F6B364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61CC19-D255-C7EC-72F9-1EF5BDBE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E2FD3-0732-43C3-A88C-797B94F7A6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4956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AE8575-2CAB-ECA4-5741-47358C464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99C41-0139-44DB-BC62-0AB4E0E3F668}" type="datetimeFigureOut">
              <a:rPr lang="en-GB" smtClean="0"/>
              <a:t>10/05/2025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E7A155-AA08-7622-0F03-8853DF144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D34EF1-F1FD-5412-0509-C8A07F325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E2FD3-0732-43C3-A88C-797B94F7A6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167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80176-472C-4A8C-AD10-D6E8D0C84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3BB36-6409-3EED-82E6-F60433914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7E891F-CC05-91E6-8687-8478C71148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1F65F5-4993-A4F3-49F2-E1ACAAE6B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99C41-0139-44DB-BC62-0AB4E0E3F668}" type="datetimeFigureOut">
              <a:rPr lang="en-GB" smtClean="0"/>
              <a:t>10/05/2025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CBC53C-468F-EBD8-9B63-9CA8841BD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F8F22-3FA9-3867-2105-3241B2F30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E2FD3-0732-43C3-A88C-797B94F7A6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3004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39D47-A569-7B2B-BDC6-880D1D549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1D46C9-3F30-83C8-589B-02C31367F8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A4FAEB-0D23-4D69-B0B7-25EA4B5765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B85508-CD7C-71C6-81C3-CAC67CE83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99C41-0139-44DB-BC62-0AB4E0E3F668}" type="datetimeFigureOut">
              <a:rPr lang="en-GB" smtClean="0"/>
              <a:t>10/05/2025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2714DA-AECA-8067-8B7F-190DEC5F1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C376B-72F8-E7CD-819A-0E61D4380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E2FD3-0732-43C3-A88C-797B94F7A6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9874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BB3A8-6A2A-E81A-7111-9FD3F1362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23561-86DF-DFA2-F8CC-3FC77991C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D900-B96B-FA72-58D6-F3F9960AA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99C41-0139-44DB-BC62-0AB4E0E3F668}" type="datetimeFigureOut">
              <a:rPr lang="en-GB" smtClean="0"/>
              <a:t>10/05/2025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EFE5B-B9FA-E8EE-AB75-ABAA515D6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C9EC3-FB64-2E1B-40E8-1106EABCD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E2FD3-0732-43C3-A88C-797B94F7A6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3469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FE6C34-F564-9742-BCAB-F4F4AB5605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3B1B6E-1303-F3EE-6CED-3B82E3C99E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C0423-D004-6F2F-1375-9FB46BCFA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99C41-0139-44DB-BC62-0AB4E0E3F668}" type="datetimeFigureOut">
              <a:rPr lang="en-GB" smtClean="0"/>
              <a:t>10/05/2025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C77D9-62CF-E910-D6FB-3E7092D86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DCAB2-12CB-FBA6-64E9-119826D86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E2FD3-0732-43C3-A88C-797B94F7A6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0874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D6AF02-8D94-C9D1-7016-3567B305E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D1E45-4F69-B983-4BE3-D14FB86A1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7495D-D43D-653C-0068-71C4EC8799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99C41-0139-44DB-BC62-0AB4E0E3F668}" type="datetimeFigureOut">
              <a:rPr lang="en-GB" smtClean="0"/>
              <a:t>10/05/2025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3C259-CF19-27EE-42D8-A1D127FA6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3C113-9F99-8F2D-6C13-6E946B6388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EE2FD3-0732-43C3-A88C-797B94F7A6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3358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189FAB1-8756-8E11-0A78-A0953D225000}"/>
              </a:ext>
            </a:extLst>
          </p:cNvPr>
          <p:cNvGrpSpPr/>
          <p:nvPr/>
        </p:nvGrpSpPr>
        <p:grpSpPr>
          <a:xfrm>
            <a:off x="1119710" y="1608649"/>
            <a:ext cx="9952579" cy="3640701"/>
            <a:chOff x="1128075" y="2182723"/>
            <a:chExt cx="9952579" cy="3640701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17" t="26268" r="4454" b="4478"/>
            <a:stretch/>
          </p:blipFill>
          <p:spPr>
            <a:xfrm>
              <a:off x="1203489" y="2288002"/>
              <a:ext cx="6636470" cy="3229731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5" name="TextBox 4"/>
            <p:cNvSpPr txBox="1"/>
            <p:nvPr/>
          </p:nvSpPr>
          <p:spPr>
            <a:xfrm>
              <a:off x="4172930" y="2182723"/>
              <a:ext cx="566865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6600" b="0" i="0" u="none" strike="noStrike" kern="1200" cap="none" spc="0" normalizeH="0" baseline="0" noProof="0" dirty="0">
                  <a:ln>
                    <a:noFill/>
                  </a:ln>
                  <a:solidFill>
                    <a:srgbClr val="53C6FF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V A L E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213346" y="3082900"/>
              <a:ext cx="517253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40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Euphemia" panose="020B0503040102020104" pitchFamily="34" charset="0"/>
                  <a:ea typeface="+mn-ea"/>
                  <a:cs typeface="Aharoni" panose="02010803020104030203" pitchFamily="2" charset="-79"/>
                </a:rPr>
                <a:t>REFLEXOLOGY</a:t>
              </a:r>
              <a:endPara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Euphemia" panose="020B0503040102020104" pitchFamily="34" charset="0"/>
                <a:ea typeface="+mn-ea"/>
                <a:cs typeface="Aharoni" panose="02010803020104030203" pitchFamily="2" charset="-79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839958" y="5454092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69315" y="2853170"/>
              <a:ext cx="685188" cy="685188"/>
            </a:xfrm>
            <a:prstGeom prst="rect">
              <a:avLst/>
            </a:prstGeom>
            <a:effectLst>
              <a:softEdge rad="165100"/>
            </a:effectLst>
          </p:spPr>
        </p:pic>
        <p:sp>
          <p:nvSpPr>
            <p:cNvPr id="9" name="TextBox 8"/>
            <p:cNvSpPr txBox="1"/>
            <p:nvPr/>
          </p:nvSpPr>
          <p:spPr>
            <a:xfrm>
              <a:off x="8274185" y="3056254"/>
              <a:ext cx="13835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Euphemia" panose="020B0503040102020104" pitchFamily="34" charset="0"/>
                  <a:ea typeface="+mn-ea"/>
                  <a:cs typeface="+mn-cs"/>
                </a:rPr>
                <a:t>07885 479048</a:t>
              </a:r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41963" y="3337450"/>
              <a:ext cx="545493" cy="545493"/>
            </a:xfrm>
            <a:prstGeom prst="rect">
              <a:avLst/>
            </a:prstGeom>
            <a:effectLst>
              <a:softEdge rad="165100"/>
            </a:effectLst>
          </p:spPr>
        </p:pic>
        <p:sp>
          <p:nvSpPr>
            <p:cNvPr id="11" name="TextBox 10"/>
            <p:cNvSpPr txBox="1"/>
            <p:nvPr/>
          </p:nvSpPr>
          <p:spPr>
            <a:xfrm>
              <a:off x="8259819" y="3441447"/>
              <a:ext cx="260359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Euphemia" panose="020B0503040102020104" pitchFamily="34" charset="0"/>
                  <a:ea typeface="+mn-ea"/>
                  <a:cs typeface="+mn-cs"/>
                </a:rPr>
                <a:t>Daviskingsland@outlook.com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Euphemia" panose="020B0503040102020104" pitchFamily="34" charset="0"/>
                <a:ea typeface="+mn-ea"/>
                <a:cs typeface="+mn-cs"/>
              </a:endParaRPr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5"/>
            <a:srcRect l="6610" t="1285" r="8288" b="1776"/>
            <a:stretch/>
          </p:blipFill>
          <p:spPr>
            <a:xfrm>
              <a:off x="3177165" y="2323404"/>
              <a:ext cx="1136049" cy="1464136"/>
            </a:xfrm>
            <a:prstGeom prst="rect">
              <a:avLst/>
            </a:prstGeom>
            <a:effectLst>
              <a:softEdge rad="50800"/>
            </a:effectLst>
          </p:spPr>
        </p:pic>
        <p:sp>
          <p:nvSpPr>
            <p:cNvPr id="3" name="Rectangle 2"/>
            <p:cNvSpPr/>
            <p:nvPr/>
          </p:nvSpPr>
          <p:spPr>
            <a:xfrm>
              <a:off x="1128075" y="2182991"/>
              <a:ext cx="9935850" cy="3450210"/>
            </a:xfrm>
            <a:prstGeom prst="rect">
              <a:avLst/>
            </a:prstGeom>
            <a:noFill/>
            <a:ln w="254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114258" y="4136087"/>
              <a:ext cx="6624633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53C6FF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VALID FOR A FIRST DUOPODY REFLEXOLOGY CONSULTATION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53C6FF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(60 mins)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677593" y="5366987"/>
              <a:ext cx="540306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Euphemia" panose="020B0503040102020104" pitchFamily="34" charset="0"/>
                  <a:ea typeface="+mn-ea"/>
                  <a:cs typeface="Aharoni" panose="02010803020104030203" pitchFamily="2" charset="-79"/>
                </a:rPr>
                <a:t>This voucher has no alternative cash value – Valid until 31</a:t>
              </a:r>
              <a:r>
                <a:rPr lang="en-GB" sz="1100" baseline="30000" dirty="0" err="1">
                  <a:solidFill>
                    <a:srgbClr val="4472C4"/>
                  </a:solidFill>
                  <a:latin typeface="Euphemia" panose="020B0503040102020104" pitchFamily="34" charset="0"/>
                  <a:cs typeface="Aharoni" panose="02010803020104030203" pitchFamily="2" charset="-79"/>
                </a:rPr>
                <a:t>st</a:t>
              </a:r>
              <a:r>
                <a:rPr lang="en-GB" sz="1100" dirty="0">
                  <a:solidFill>
                    <a:srgbClr val="4472C4"/>
                  </a:solidFill>
                  <a:latin typeface="Euphemia" panose="020B0503040102020104" pitchFamily="34" charset="0"/>
                  <a:cs typeface="Aharoni" panose="02010803020104030203" pitchFamily="2" charset="-79"/>
                </a:rPr>
                <a:t> Dec</a:t>
              </a:r>
              <a:r>
                <a:rPr kumimoji="0" lang="en-GB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Euphemia" panose="020B0503040102020104" pitchFamily="34" charset="0"/>
                  <a:ea typeface="+mn-ea"/>
                  <a:cs typeface="Aharoni" panose="02010803020104030203" pitchFamily="2" charset="-79"/>
                </a:rPr>
                <a:t> 2025</a:t>
              </a:r>
              <a:endPara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Euphemia" panose="020B0503040102020104" pitchFamily="34" charset="0"/>
                <a:ea typeface="+mn-ea"/>
                <a:cs typeface="Aharoni" panose="02010803020104030203" pitchFamily="2" charset="-79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A49DCAC-F94D-3732-4372-047C1CBC40F1}"/>
                </a:ext>
              </a:extLst>
            </p:cNvPr>
            <p:cNvSpPr txBox="1"/>
            <p:nvPr/>
          </p:nvSpPr>
          <p:spPr>
            <a:xfrm>
              <a:off x="7852786" y="2510686"/>
              <a:ext cx="3147015" cy="7001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Euphemia" panose="020B0503040102020104" pitchFamily="34" charset="0"/>
                  <a:ea typeface="+mn-ea"/>
                  <a:cs typeface="+mn-cs"/>
                </a:rPr>
                <a:t>Kim Davis BSc (Hons)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Euphemia" panose="020B0503040102020104" pitchFamily="34" charset="0"/>
                  <a:ea typeface="+mn-ea"/>
                  <a:cs typeface="+mn-cs"/>
                </a:rPr>
                <a:t>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Euphemia" panose="020B0503040102020104" pitchFamily="34" charset="0"/>
                  <a:ea typeface="+mn-ea"/>
                  <a:cs typeface="+mn-cs"/>
                </a:rPr>
                <a:t>LEVEL 5 DIPLOMA REFLEXOLOGY PRACTIONER</a:t>
              </a:r>
              <a:endPara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Euphemia" panose="020B0503040102020104" pitchFamily="34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Euphemia" panose="020B0503040102020104" pitchFamily="34" charset="0"/>
                <a:ea typeface="+mn-ea"/>
                <a:cs typeface="+mn-cs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6230479A-F0AF-8A63-0C37-837B995CBE95}"/>
              </a:ext>
            </a:extLst>
          </p:cNvPr>
          <p:cNvSpPr txBox="1"/>
          <p:nvPr/>
        </p:nvSpPr>
        <p:spPr>
          <a:xfrm>
            <a:off x="5555597" y="4510686"/>
            <a:ext cx="1194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VALUE £50</a:t>
            </a:r>
          </a:p>
        </p:txBody>
      </p:sp>
    </p:spTree>
    <p:extLst>
      <p:ext uri="{BB962C8B-B14F-4D97-AF65-F5344CB8AC3E}">
        <p14:creationId xmlns:p14="http://schemas.microsoft.com/office/powerpoint/2010/main" val="350929312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Aharoni</vt:lpstr>
      <vt:lpstr>Arial</vt:lpstr>
      <vt:lpstr>Calibri</vt:lpstr>
      <vt:lpstr>Calibri Light</vt:lpstr>
      <vt:lpstr>Euphemia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Davis, Peter (CPU)</dc:creator>
  <cp:lastModifiedBy>Davis, Peter (CPE)</cp:lastModifiedBy>
  <cp:revision>2</cp:revision>
  <dcterms:created xsi:type="dcterms:W3CDTF">2024-06-25T16:14:18Z</dcterms:created>
  <dcterms:modified xsi:type="dcterms:W3CDTF">2025-05-10T16:29:26Z</dcterms:modified>
</cp:coreProperties>
</file>